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617407a2-16c8-6b61-5cf1-4c9a488f2c89}">
          <p14:sldIdLst>
            <p14:sldId id="256"/>
          </p14:sldIdLst>
        </p14:section>
        <p14:section name="问题" id="{ae95eeb1-6d0f-34f4-1a22-3e58366c449b}">
          <p14:sldIdLst>
            <p14:sldId id="257"/>
            <p14:sldId id="258"/>
          </p14:sldIdLst>
        </p14:section>
        <p14:section name="方法" id="{0dda306b-5086-9fa7-a67b-d9a04bf9c2ad}">
          <p14:sldIdLst>
            <p14:sldId id="259"/>
            <p14:sldId id="260"/>
            <p14:sldId id="261"/>
          </p14:sldIdLst>
        </p14:section>
        <p14:section name="结果" id="{335498cf-8654-af50-3240-67dca39bf7d0}">
          <p14:sldIdLst>
            <p14:sldId id="262"/>
          </p14:sldIdLst>
        </p14:section>
        <p14:section name="总结" id="{c285138b-a667-e94e-9e62-2d1ee5d0c5ee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一句话先讲清楚我在做什么：很多数据 agent 在同一个数据库上回答业务问题。一个 agent 学会了“门店营业额怎么算”，我希望别的 agent 直接复用，而不是每次重新摸索；难点在于数据库每天都在写入，学到的定义可能悄悄变错。MAVRA 就是放在 agent 和数据库之间的共享记忆层，负责让共享的定义可靠：只发布经过检查的定义，使用时保证它在所读的数据上仍然成立，数据变了替所有使用者维护和改进。顺序：我们在做什么 → 难点 → 从三个角度看方法（结构、对象、过程），各一张图 → 实验结果 → 总结与边界，共 8 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先交代场景。数据 agent 是接到业务问题、自己查表写 SQL 给出答案的大模型程序。它最难的不是写 SQL，而是弄清口径：营业额用哪一列、按哪个日期归月——这些不在表结构里。左边是实验记录：只给“门店营业额”这个名称，没有共享定义的 agent 三次独立求解，两次选了折扣前的销售额，错；一次选了净支付额，对。每次重新猜，答案就不稳定；45 道没见过的新题，正确率只有 49%。右边：把一个 agent 学到的定义共享出去，三次都对，只用 3 轮；新题正确率 100%，每题从 75.6 秒降到 8.5 秒，快 8.9 倍，token 少 39%。这是共享本身带来的提升。这里的“定义”就是一条学到的计算规则，比如门店营业额 = 门店销售的净支付额之和，按销售日期归月，后面一直用这个词。但共享有代价：数据库每天都在写入，定义可能悄悄变错——下一页就是例子。我们的工作 MAVRA 就是解决这个问题的共享记忆层。和 Text-to-SQL 的区别：Text-to-SQL 研究把一个问题翻译成一条 SQL，没有状态；MAVRA 不生成 SQL，它保存 agent 学到的定义，并负责这些定义在数据变化后还对不对。它也不同于指标层（人声明定义，声明的连接属性运行时不验证）和数据质量测试（按表检查人写的约束，不知道哪条定义依赖它）：MAVRA 的条件是从定义推出来的，所以知道哪条定义依赖哪个条件。
来源：noctis results/scen-20261002，没见过的题 M1-P1（9 月门店营业额）；没有共享定义：dsv41flash-r1-a、r2-b、r3-a；MAVRA：dsv41flash-r1–r3-g3fix--snap；49% → 100% 与 5 轮 → 3 轮：论文宏 \Ds*；75.6 → 8.5 秒、token 少 39%：tools/sharing-stats.py（\AmHold*）。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先用一个示意的小账本。第一天三笔订单，定义“把金额加起来”算出 600 元，正确。第二天订单 002 被更正为 250 元，数据仓库常见的做法是旧行不删、标记为非当前，再插入一行新的。沿用定义会把 200 和 250 都加进去，得到 850 元，正确答案是 650 元。定义没有算错，是它的前提“每个订单只有一行”不再成立了。下半是实验里的真实记录，问的都是 9 月门店营业额，每种写入都从原始数据单独开始。增量加载追加了一批 9 月的新销售，换了新小票号，9 月确实翻倍，沿用定义算对；数据更正后沿用定义多算了 137 万；重复加载把同样的行再装一次，9 月也翻倍，但这次是错的。同一个 2613.9 万，一对一错，区别只在同一笔销售有没有出现两次——下一组图里叫“粒度键唯一”。三种写入都是日常的数据写入，表结构没变，查询不报错，agent 会非常自信地给出错误答案；而定义是共享的，一处失效所有 agent 一起错。所以只存 SQL 不够，还要把前提记下来、用之前检查——这就是 MAVRA 的出发点。
来源：noctis results/scen-20261002，dsv41flash-r1–r3-g3fix--schema（只在表结构变化时使定义失效，3 次运行答案相同）；增量加载 = 复制 9 月门店销售行并换新小票号（src/scenario.rs Change::Append）；数据更正 = Change::Revision。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从三个角度看方法，这是第一个：结构，MAVRA 放在哪里、做哪几件事。上面是两种 agent：左边的内置 agent 是大模型，负责学习——解题，再从答案里把定义抽取出来；右边的用户 agent 可以有很多个，提问、写 SQL，复用定义。学一次，用很多次。MAVRA 在中间，核心是共享记忆：每条指标定义存的是写法、它成立的条件和修订号（下一页细讲），另外按（条件，表版本）存验证结果，所有定义、所有 agent 共享。围绕共享记忆有三项职责。发布：候选定义要通过准入检查——答案经判定正确（实验里用参考答案，部署时由负责这个指标的人确认一次），并且只凭定义重新生成的 SQL 在学习时的数据上算出同一个答案，才连同条件一起写入。例子：门店营业额 v1，3 月 1357.0 万。依赖：用户 agent 执行 SQL 时声明自己依据的是哪条定义的哪一版（run_sql 的 metrics 参数）；MAVRA 在这条查询的快照上确认条件成立，再在同一快照上执行，检查和执行之间别人提交的写入看不见。例子：增量加载之后声明 v2，9 月 2613.9 万，与参考答案一致。维护与改进：表有写入后，下次使用时重新验证条件；成立就继续用，不成立就修复成新修订，修不好就让定义失效；另外，找到等价且更快的写法，也验证后发布为新修订。例子：数据更正后修复出 v3；日期键范围的写法快 19.8%，成为 v2。最下面是数据库：ETL 照常写入，MAVRA 不拦截写入；每次写入在同一事务里把表版本加 1，MAVRA 靠比较表版本知道哪些条件需要重新验证。准入检查、验证、修复都是 MAVRA 在数据库上执行的查询，不由大模型判断。
来源：学习与 3 月 1357.0 万：noctis results/scen-20261008-trace（--trace 逐次记录工具调用，副本 exp/2026-10-08-optimize/trace）；v2 计时与增量加载后的 9 月答案：noctis results/scen-20261008-opt/metric-1791439498065570（metric-global-opt）。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第二个角度：对象，共享记忆里存的到底是什么。一条定义 = 写法（SQL）+ 它成立的条件 + 修订号。上半讲条件从哪来。条件是从写法的结构推出来的：在事实表上求和，就要求每笔销售只出现一次——粒度键唯一，也就是行数等于不同的（小票号，商品）数；连接日期维度、按月筛选，就要求一个日期键只对应一天——日期键唯一，否则连接会把行放大；内连接会丢掉连不上的行，所以要求连不上日期的行不多于学习时（容差 0.1 个百分点）——日期键完整性。论文里是四类：粒度、连接基数、日期角色、完整性；门店营业额只连接日期表，连接基数和日期角色都落到“日期键唯一”上，所以 v1 有 3 个条件。v2 把期间改写成日期键范围，这个写法额外要求每个月的日期键首尾相接，于是多了第 4 个条件“日期键按月连续”。每个条件都是一条检查查询，发布时连同学习时的基准值一起记下，之后由 MAVRA 在数据库上执行。下半是为什么要这样做：第 3 页的三种写入都从同一份数据开始。SQL 都不报错；增量加载和重复加载算出同一个 2613.9 万，一个对一个错；数据更正多算了 137 万。条件把它们分开了：增量加载多出的都是新小票号，粒度键唯一成立，可以继续用；数据更正后 1,065,915 行只有 1,000,000 个键，重复加载后 1,110,165 行只有 1,000,000 个键，粒度键唯一不成立，不能直接用。其余 3 个条件三种情况下都成立，日期表没有被写，它上面的两个条件不用重查。不能直接用之后怎么办，是下一页的内容。条件也有它管不到的地方，比如金额单位从元变成分，行数和键都不变，最后一页会讲。
来源：条件结论：noctis results/scen-20261008-opt/metric-1791439498065570（metric-global-opt） 的 maintenance 事件（append、revision、dupload 三个阶段：粒度检查 1,065,915 行 / 1,000,000 键与 1,110,165 / 1,000,000，覆盖检查通过，date_dim 未写入、两项条件跳过）；沿用定义的答案与正确答案：noctis results/scen-20261002 dsv41flash-r1-g3fix--schema；条件的四类与命题 1：论文 §4。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第三个角度：过程，一条定义随着数据变化会经历什么。这是一张状态图，颜色对应第一张图的三项职责：紫色是发布，蓝色是依赖，黑色是维护与改进，红色虚线是定义失效。左边是发布：内置 agent 解题、抽取定义；准入检查通过后发布，同时记下条件和证据。例子：3 月门店营业额 1357.0 万，判定正确，发布 v1，带 3 个条件。中间的“有效”是定义平时的状态：使用方声明修订号后直接使用。上方是改进：MAVRA 为已发布的定义寻找更快的写法，必须在每个期间结果都一致、同一快照里配对计时确实更快，才发布为新修订，新写法依赖的前提也成为新条件。例子：期间改为日期键范围，14 个期间结果一致，29.1 → 23.3 毫秒，快 19.8%，成为 v2，新增条件“日期键按月连续”。定义读的表一有写入，它就变成待验证——这不是存下来的状态，是使用时比较表版本得出的；写入那一刻什么也不做，等下次使用时再验证，只查受影响的条件，结果按表版本缓存、跨定义共享。条件成立，就继续使用。例子：增量加载之后，9 月 2613.9 万，和参考答案一致。条件不成立，进入修复：先做修复搜索，在取值很少的列上找“列 = 值”的过滤谓词，要求恢复条件且不丢键，而且可行的过滤必须唯一；再做回归测试：在学习时那份数据上重算，答案必须和学习时一样；通过后发布新修订，声明旧修订的查询会被拒绝。例子：数据更正后粒度键唯一不成立，只有 ss_is_current = '1' 可行，3 月重算仍是 1357.0 万，发布 v3，9 月 1293.3 万，答对；不维护、沿用 v2 会得 1430.1 万。如果找不到可行的过滤，或者可行的不止一个（比如一份当前数据、一份备份），MAVRA 不擅自选，定义失效，通知使用方：声明它的查询被拒绝，使用方自己探索作答，等待重新学习。例子：重复加载后没有过滤能恢复唯一性。图里没画的一种情况：数据只破坏了改进时新增的前提（比如某个月的日期键被重新编号，不再连续），而 v1 的条件都成立，这时只撤下 v2、恢复 v1；实验里 4 条定义这样回退，之后 20 个答案全对。
来源：学习：noctis results/scen-20261008-trace（--trace 逐次记录工具调用，副本 exp/2026-10-08-optimize/trace）；改进计时、三种写入的 maintenance / revoked / repair_* 事件与 9 月答案：noctis results/scen-20261008-opt/metric-1791439498065570（metric-global-opt）；沿用 v2 的 1430.1 万：results/scen-20261002 dsv41flash-r1-g3fix--schema；恢复 v1：论文 §7.8（gen/premise.tex）。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上面三个数各对应一件事。共享：没见过的新题每题从 75.6 秒降到 8.5 秒，快 8.9 倍，正确率从 49% 到 100%，这是共享本身的提升，任何共享方法都有。维护：区别在数据变化之后。5 种破坏性写入下 MAVRA 73%，检索历史示例 57%，提示它自己检查数据也只有 63%，只在表结构变化时停用 59%。保证：在不用大模型、固定学到的定义、只换维护方式的受控实验里，条件能发现的写入下 MAVRA 没有错答，只在表结构变化时失效的做法有 629 个错答；并发写入下 11,297 次使用，没有一次在违反条件的数据上作答，检查和执行不在同一快照时这个比例是 3.8–4.6%。表里每种方法都写了做法。“检索历史示例”是 agent 记忆里常见的做法：把成功的问答存下来，按相似度取回参考，但不检查数据变没变。MAVRA 还有一个消融“每次全部重查”（同样的检查与修复，去掉按表版本复用），准确率 82% / 74%，和 MAVRA 相同，说明准确率来自检查与修复本身；按表版本复用只省时间，论文不把效率当成贡献。73% 不是 100%：剩下的错集中在两种写入——重复加载和日期键格式变更都能检测到，但没有过滤能修好，定义失效，agent 只能自己重新探索，正确率分别是 59% 和 15%；其余三种破坏性写入都能修复，93%–100%。单位变化（上游改按分记金额，数值乘 100）谁都发现不了，作为对照，表里没列；它下面各共享方法都是 48%，剩下答对的是本来就不受影响的题。
来源：exp/2026-10-02-scenarios-ds（scen-stats.json：MAVRA = metric-global-snap，消融 = metric-global-def，逐种写入的正确率在 per_change；论文宏 \Ds*）、exp/2026-10-02-cache-baseline-tpcds 与快照压力测试（\Rp*、\Sn*）、tools/sharing-stats.py（\AmHold*）。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三句话：问题——学到的定义共享出去后会因日常写入悄悄变错，SQL 却不报错；方法——共享记忆层，定义带着从写法推出的条件，把住发布、依赖、维护与改进三关；结果——共享让 agent 又快又准，数据变化后答对最多，条件能发现的写入不出错。边界要说清楚。能做的：旧记录有唯一的当前标志，检测并修复；整批重复加载，检测到但修不了，失效并通知；主表和备份都合理时不擅自选，交给人。做不到的：数值本身错了、结构没错，行数和键都没变，条件发现不了——比如上游改成按分记金额；或者时区换算把 10 月 1 日凌晨的销售记成 9 月 30 日，每个日期键都存在、都只对应一天，只是日子错了，数据库里没有依据，要靠和源系统对账。MAVRA 也不判断业务含义对不对，那需要有人给口径；它保护的是在 run_sql 里声明了所依据修订的查询，没声明的照常执行和审查，但不在保证范围内。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7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MAVRA：面向数据 agent 的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可维护共享记忆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 agent 学到的指标定义，所有 agent 都能放心复用——数据变了也一样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937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= Metric-Aware Validation and Reuse for Agents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组会汇报 · 2026 年 10 月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我们在做什么：把 agent 学到的口径变成可靠的共享记忆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 agent：</a:t>
            </a:r>
            <a:pPr indent="0" marL="0"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接到“9 月门店营业额是多少”这样的问题，自己查表、写 SQL、给出答案的大模型程序。难的是口径：用哪一列金额、按哪个日期归月——这些不写在表结构里。</a:t>
            </a:r>
            <a:endParaRPr lang="en-US" sz="1500" dirty="0"/>
          </a:p>
        </p:txBody>
      </p:sp>
      <p:sp>
        <p:nvSpPr>
          <p:cNvPr id="4" name="card 没有共享：每个 agent 自己摸索口径"/>
          <p:cNvSpPr/>
          <p:nvPr/>
        </p:nvSpPr>
        <p:spPr>
          <a:xfrm>
            <a:off x="548640" y="1737360"/>
            <a:ext cx="5364328" cy="2103120"/>
          </a:xfrm>
          <a:prstGeom prst="roundRect">
            <a:avLst>
              <a:gd name="adj" fmla="val 4348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01952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没有共享：每个 agent 自己摸索口径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95728"/>
            <a:ext cx="481568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同一个问题独立求解三次：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两次选了折扣前的销售额：1413.8 万 ✗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一次选了净支付额：1307.0 万 ✓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没见过的新题，正确率 49%</a:t>
            </a:r>
            <a:endParaRPr lang="en-US" sz="1500" dirty="0"/>
          </a:p>
        </p:txBody>
      </p:sp>
      <p:sp>
        <p:nvSpPr>
          <p:cNvPr id="7" name="card 共享定义：学一次，所有 agent 复用"/>
          <p:cNvSpPr/>
          <p:nvPr/>
        </p:nvSpPr>
        <p:spPr>
          <a:xfrm>
            <a:off x="6278728" y="1737360"/>
            <a:ext cx="5364328" cy="2103120"/>
          </a:xfrm>
          <a:prstGeom prst="roundRect">
            <a:avLst>
              <a:gd name="adj" fmla="val 4348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53048" y="1901952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共享定义：学一次，所有 agent 复用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53048" y="2395728"/>
            <a:ext cx="481568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三次都取到同一条定义：1307.0 万 ✓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交互从 5 轮降到 3 轮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没见过的新题，正确率 49% → 100%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每题 75.6 秒 → 8.5 秒，快 8.9 倍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023360"/>
            <a:ext cx="11094415" cy="1325880"/>
          </a:xfrm>
          <a:prstGeom prst="roundRect">
            <a:avLst>
              <a:gd name="adj" fmla="val 5517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096512"/>
            <a:ext cx="10545775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难点：数据库每天都在写入。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共享的定义可能悄悄变错，SQL 却照常执行、不报错；定义是共享的，一处错，所有使用它的 agent 一起错。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我们的工作 MAVRA：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与数据库之间的共享记忆层——只发布经过检查的定义；每次使用时保证它在所读的数据上仍然成立；数据变了，替所有使用者维护和改进。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4864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 Text-to-SQL 不在同一层：</a:t>
            </a:r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 把一个问题翻译成一条 SQL，处理完什么也不留下；MAVRA 不生成 SQL，管理的是 agent 学到、要被反复使用的定义。任何 Text-to-SQL 模型或 agent 都可以接在 MAVRA 上。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实验记录（来源见备注）。数据为仿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难点：数据在变，共享的定义会悄悄出错，而 SQL 不报错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示意 · 第一天：定义“营业额 = 金额之和”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53312"/>
          <a:ext cx="5394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6032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487168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按定义计算：600 元 ✓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005840"/>
            <a:ext cx="5379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第二天：订单 002 更正为 250 元，旧行保留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353312"/>
          <a:ext cx="53794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44775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263640" y="2670048"/>
            <a:ext cx="5379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沿用定义：850 元 ✗（应为 650 元）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2004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实验中的真实记录：问 9 月门店营业额，每种写入都从同一份数据开始，一直沿用学到的定义</a:t>
            </a:r>
            <a:endParaRPr lang="en-US" sz="1500" dirty="0"/>
          </a:p>
        </p:txBody>
      </p:sp>
      <p:graphicFrame>
        <p:nvGraphicFramePr>
          <p:cNvPr id="1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47872"/>
          <a:ext cx="110944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1645920"/>
                <a:gridCol w="22247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日常写入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数据库中的变化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正确答案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沿用定义的答案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增量加载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追加一批 9 月的新销售（新小票号），+27,095 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✓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旧行保留并标为非当前，插入更正后的行，+65,915 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1430.1 万 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重复加载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个月的销售批次被再装一次，+110,165 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512064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22960" y="5193792"/>
            <a:ext cx="1054577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定义本身没错，错的是它默认的前提：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“每笔销售只出现一次”。三种写入都不改表结构，SQL 照常执行；增量加载和重复加载甚至得到同一个数，一对一错。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只共享 SQL 不够，要把它成立的前提写成可以检查的条件，和定义一起保存，用之前检查。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上半为示意例子，下半为实验记录（来源见备注）。数据为仿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角度一 · 结构：MAVRA 在 agent 与数据库之间，承担三项职责</a:t>
            </a:r>
            <a:endParaRPr lang="en-US" sz="2800" dirty="0"/>
          </a:p>
        </p:txBody>
      </p:sp>
      <p:pic>
        <p:nvPicPr>
          <p:cNvPr id="3" name="structure" descr="/home/zhanhao/mingtai/ppt/agentdb-mid/tools/deck/figures/structure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159" y="1005840"/>
            <a:ext cx="10133377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641848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715000"/>
            <a:ext cx="10545775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学一次，用很多次：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发布管“什么能进共享记忆”，依赖管“这次查询能不能用”，维护与改进管“数据变了怎么办”，替所有使用者只做一次。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图中绿色“例”是贯穿全场的例子，取自实验记录（来源见备注）；数据为仿 TPC-DS 的合成零售数据。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角度二 · 对象：每条定义带着它成立的条件</a:t>
            </a:r>
            <a:endParaRPr lang="en-US" sz="2800" dirty="0"/>
          </a:p>
        </p:txBody>
      </p:sp>
      <p:pic>
        <p:nvPicPr>
          <p:cNvPr id="3" name="definition" descr="/home/zhanhao/mingtai/ppt/agentdb-mid/tools/deck/figures/definition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159" y="1005840"/>
            <a:ext cx="10133377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641848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715000"/>
            <a:ext cx="10545775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条件不是人写的规则，而是从写法推出来的：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写法用到了数据的哪些性质，就检查哪些性质。SQL 都不报错时，只有条件能分辨哪次写入让定义变错。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图中绿色“例”是贯穿全场的例子，取自实验记录（来源见备注）；数据为仿 TPC-DS 的合成零售数据。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角度三 · 过程：数据变化后，定义被验证、修复、改进或失效</a:t>
            </a:r>
            <a:endParaRPr lang="en-US" sz="2800" dirty="0"/>
          </a:p>
        </p:txBody>
      </p:sp>
      <p:pic>
        <p:nvPicPr>
          <p:cNvPr id="3" name="process" descr="/home/zhanhao/mingtai/ppt/agentdb-mid/tools/deck/figures/process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6010" y="1005840"/>
            <a:ext cx="9559676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641848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715000"/>
            <a:ext cx="10545775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不悄悄给错答案：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验证推迟到下次使用、只查受写入影响的条件；修复只接受唯一的过滤并做回归测试；修不好就失效并通知使用方。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图中绿色“例”是贯穿全场的例子，取自实验记录（来源见备注）；数据为仿 TPC-DS 的合成零售数据。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实验结果：共享让 agent 又快又准，数据变化后 MAVRA 答对最多</a:t>
            </a:r>
            <a:endParaRPr lang="en-US" sz="2800" dirty="0"/>
          </a:p>
        </p:txBody>
      </p:sp>
      <p:sp>
        <p:nvSpPr>
          <p:cNvPr id="3" name="stat 共享"/>
          <p:cNvSpPr/>
          <p:nvPr/>
        </p:nvSpPr>
        <p:spPr>
          <a:xfrm>
            <a:off x="548640" y="1005840"/>
            <a:ext cx="3515258" cy="1645920"/>
          </a:xfrm>
          <a:prstGeom prst="roundRect">
            <a:avLst>
              <a:gd name="adj" fmla="val 5556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06984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371600"/>
            <a:ext cx="30580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8.9 倍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305805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没见过的新题每题 75.6 秒 → 8.5 秒；正确率 49% → 100%</a:t>
            </a:r>
            <a:endParaRPr lang="en-US" sz="1200" dirty="0"/>
          </a:p>
        </p:txBody>
      </p:sp>
      <p:sp>
        <p:nvSpPr>
          <p:cNvPr id="7" name="stat 维护"/>
          <p:cNvSpPr/>
          <p:nvPr/>
        </p:nvSpPr>
        <p:spPr>
          <a:xfrm>
            <a:off x="4338218" y="1005840"/>
            <a:ext cx="3515258" cy="1645920"/>
          </a:xfrm>
          <a:prstGeom prst="roundRect">
            <a:avLst>
              <a:gd name="adj" fmla="val 5556"/>
            </a:avLst>
          </a:prstGeom>
          <a:solidFill>
            <a:srgbClr val="E6F2EA"/>
          </a:solidFill>
          <a:ln w="12700">
            <a:solidFill>
              <a:srgbClr val="E6F2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06984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66818" y="1371600"/>
            <a:ext cx="30580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73%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566818" y="1938528"/>
            <a:ext cx="305805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种破坏性写入后的正确率；检索历史示例 57%，不共享 19%</a:t>
            </a:r>
            <a:endParaRPr lang="en-US" sz="1200" dirty="0"/>
          </a:p>
        </p:txBody>
      </p:sp>
      <p:sp>
        <p:nvSpPr>
          <p:cNvPr id="11" name="stat 保证"/>
          <p:cNvSpPr/>
          <p:nvPr/>
        </p:nvSpPr>
        <p:spPr>
          <a:xfrm>
            <a:off x="8127797" y="1005840"/>
            <a:ext cx="3515258" cy="1645920"/>
          </a:xfrm>
          <a:prstGeom prst="roundRect">
            <a:avLst>
              <a:gd name="adj" fmla="val 5556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06984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保证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356397" y="1371600"/>
            <a:ext cx="30580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8356397" y="1938528"/>
            <a:ext cx="305805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条件能发现的写入下 0 错答（只在表结构变化时失效：629 错答）；并发写入下 0 次在违反条件的数据上作答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761488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端到端：DeepSeek V4.1 Flash agent，每种方法独立运行 3 次，答对的比例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90672"/>
          <a:ext cx="1109441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693615"/>
                <a:gridCol w="1280160"/>
                <a:gridCol w="1371600"/>
                <a:gridCol w="14630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做法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数据未变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种写入后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破坏性写入后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没有共享定义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每次自己从头探索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49%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检索历史示例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存下成功的问答和 SQL，按相似度取回参考，不检查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76%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57%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检索示例 + 自行验证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同上，并提示 agent 自己检查数据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按表结构变化失效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共享定义，只在表结构变化时停用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共享定义，带条件验证、修复与失效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81%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73%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548640" y="5349240"/>
            <a:ext cx="11094415" cy="822960"/>
          </a:xfrm>
          <a:prstGeom prst="roundRect">
            <a:avLst>
              <a:gd name="adj" fmla="val 8889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5422392"/>
            <a:ext cx="1054577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还做不到的：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重复加载、日期键格式变更能检测到但修不好（定义失效，agent 自己探索，正确率 59%、15%）；金额单位从元改成分，行数和键都不变，条件发现不了，所有方法同样答错。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种写入 = 4 种正常写入 + 5 种破坏性写入（退货状态行、保留旧行的更正、重复加载、商品维度保留历史版本、日期键格式变更）+ 备份副本 + 单位变化。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总结：MAVRA 做什么，不做什么</a:t>
            </a:r>
            <a:endParaRPr lang="en-US" sz="2800" dirty="0"/>
          </a:p>
        </p:txBody>
      </p:sp>
      <p:sp>
        <p:nvSpPr>
          <p:cNvPr id="3" name="card 问题"/>
          <p:cNvSpPr/>
          <p:nvPr/>
        </p:nvSpPr>
        <p:spPr>
          <a:xfrm>
            <a:off x="548640" y="1051560"/>
            <a:ext cx="3515258" cy="2514600"/>
          </a:xfrm>
          <a:prstGeom prst="roundRect">
            <a:avLst>
              <a:gd name="adj" fmla="val 3636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216152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709928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学到的定义共享给别人后，会因日常的数据写入悄悄变错，而 SQL 照常执行、不报错。</a:t>
            </a:r>
            <a:endParaRPr lang="en-US" sz="1600" dirty="0"/>
          </a:p>
        </p:txBody>
      </p:sp>
      <p:sp>
        <p:nvSpPr>
          <p:cNvPr id="6" name="card 方法"/>
          <p:cNvSpPr/>
          <p:nvPr/>
        </p:nvSpPr>
        <p:spPr>
          <a:xfrm>
            <a:off x="4338218" y="1051560"/>
            <a:ext cx="3515258" cy="2514600"/>
          </a:xfrm>
          <a:prstGeom prst="roundRect">
            <a:avLst>
              <a:gd name="adj" fmla="val 3636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12538" y="1216152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612538" y="1709928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共享记忆层，每条定义带着从写法推出的条件：只发布通过准入的定义；条件在查询的快照上成立才使用；数据变了替所有使用者验证、修复或失效，并发布更快的等价写法。</a:t>
            </a:r>
            <a:endParaRPr lang="en-US" sz="1600" dirty="0"/>
          </a:p>
        </p:txBody>
      </p:sp>
      <p:sp>
        <p:nvSpPr>
          <p:cNvPr id="9" name="card 结果"/>
          <p:cNvSpPr/>
          <p:nvPr/>
        </p:nvSpPr>
        <p:spPr>
          <a:xfrm>
            <a:off x="8127797" y="1051560"/>
            <a:ext cx="3515258" cy="2514600"/>
          </a:xfrm>
          <a:prstGeom prst="roundRect">
            <a:avLst>
              <a:gd name="adj" fmla="val 3636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02117" y="1216152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402117" y="1709928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共享让新题快 8.9 倍、正确率 49% → 100%；破坏性写入后答对 73%（检索示例 57%）；条件能发现的写入 0 错答，并发下 0 次误答。</a:t>
            </a:r>
            <a:endParaRPr lang="en-US" sz="1600" dirty="0"/>
          </a:p>
        </p:txBody>
      </p:sp>
      <p:sp>
        <p:nvSpPr>
          <p:cNvPr id="12" name="card 能做到"/>
          <p:cNvSpPr/>
          <p:nvPr/>
        </p:nvSpPr>
        <p:spPr>
          <a:xfrm>
            <a:off x="548640" y="3794760"/>
            <a:ext cx="5364328" cy="228600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E6F2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959352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能做到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453128"/>
            <a:ext cx="481568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旧记录有唯一的当前标志：检测，并修复为新修订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整批重复加载：检测到，修不好就失效并通知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主表与备份都看起来合理：不擅自选择，交给人确认</a:t>
            </a:r>
            <a:endParaRPr lang="en-US" sz="1500" dirty="0"/>
          </a:p>
        </p:txBody>
      </p:sp>
      <p:sp>
        <p:nvSpPr>
          <p:cNvPr id="15" name="card 做不到"/>
          <p:cNvSpPr/>
          <p:nvPr/>
        </p:nvSpPr>
        <p:spPr>
          <a:xfrm>
            <a:off x="6278728" y="3794760"/>
            <a:ext cx="5364328" cy="2286000"/>
          </a:xfrm>
          <a:prstGeom prst="roundRect">
            <a:avLst>
              <a:gd name="adj" fmla="val 40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53048" y="3959352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做不到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553048" y="4453128"/>
            <a:ext cx="481568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数值本身错了而行和键都没变（如金额单位从元改成分）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判断业务含义对不对（含不含税，要有人给口径）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未声明所依据修订的 SQL：照常执行，不在保证内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MAVRA：面向数据 agent 的可维护共享记忆</dc:title>
  <dc:subject>PptxGenJS Presentation</dc:subject>
  <dc:creator>PptxGenJS</dc:creator>
  <cp:lastModifiedBy>PptxGenJS</cp:lastModifiedBy>
  <cp:revision>1</cp:revision>
  <dcterms:created xsi:type="dcterms:W3CDTF">2026-10-09T12:11:06Z</dcterms:created>
  <dcterms:modified xsi:type="dcterms:W3CDTF">2026-10-09T12:11:06Z</dcterms:modified>
</cp:coreProperties>
</file>