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d940d3cd-58c5-a45e-077c-90f60e1deed0}">
          <p14:sldIdLst>
            <p14:sldId id="256"/>
          </p14:sldIdLst>
        </p14:section>
        <p14:section name="问题" id="{c753cd7e-a18e-71d1-6ba1-fadf66ab5a7b}">
          <p14:sldIdLst>
            <p14:sldId id="257"/>
            <p14:sldId id="258"/>
          </p14:sldIdLst>
        </p14:section>
        <p14:section name="MAVRA" id="{5070c455-e6fc-c64a-a149-12d254d1660b}">
          <p14:sldIdLst>
            <p14:sldId id="259"/>
            <p14:sldId id="260"/>
          </p14:sldIdLst>
        </p14:section>
        <p14:section name="记忆管理" id="{7fec6708-fcf5-d8a5-f648-4ec5bff3b87d}">
          <p14:sldIdLst>
            <p14:sldId id="261"/>
            <p14:sldId id="262"/>
            <p14:sldId id="263"/>
            <p14:sldId id="264"/>
          </p14:sldIdLst>
        </p14:section>
        <p14:section name="回到例子" id="{73a13e57-6826-e7b0-c65e-93c1600edd94}">
          <p14:sldIdLst>
            <p14:sldId id="265"/>
          </p14:sldIdLst>
        </p14:section>
        <p14:section name="实验结果" id="{2b6c5ecb-a7c8-ef24-44db-c0fbf4f20acd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部署在数据智能体与数据库之间的中间件。它做三件事：把智能体在探索数据库时获得的知识持久化；跨智能体共享；在数据更新后维护这些知识的有效性——存在唯一修复时发布新修订，否则使其失效。先说明它与 Text-to-SQL 的区别和要解决的问题，再说明架构、记忆的内容与管理方式，用一个例子走一遍，最后是实验结果。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Text-to-SQL 研究的是翻译：给定自然语言问题和数据库模式，生成一条 SQL，评价这条 SQL 是否正确。它是无状态的：每个问题独立处理，不保留任何结果。MAVRA 不是新的 Text-to-SQL 方法，也不生成 SQL。它位于智能体与数据库之间，智能体对数据库的访问都经由它转发。它关注的是另一个问题：智能体在探索中获得的知识——“营业额对应哪一列”“两张表如何连接”——如何持久化、如何共享、数据更新后是否仍然有效。因此两者处于不同层次，任何 Text-to-SQL 模型都可以作为用户智能体接入 MAVRA。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问题，都来自实验的原始记录。第一，业务口径不在模式中。题目只给“门店营业额”这个名称，无共享定义的智能体三次独立求解：两次选了折扣前的扩展销售额，错误；一次选了净支付额，正确。事实表中有多个候选度量列，选哪一列是业务规则，模式里没有；每次重新推断，答案就不稳定。接入 MAVRA 后检索到共享的定义，三次都对，3 轮完成。第二，共享之后，数据更新会使定义失效。增量加载没有问题；数据更正——旧行标记为非当前、再插入更正行——沿用定义会把新旧版本重复计入；重复加载让 9 月的值翻倍。三种更新都是普通 DML，模式未变，基于模式变更的失效策略检测不到，查询也不报错，而定义是共享的，一处失效所有使用方一起错。所以 MAVRA 不只是持久化知识，还要管理知识。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左侧是用户智能体，发出两类请求。蓝色 1–5 是检索指标定义：智能体只给出“营业额”，查询服务从共享记忆中读取定义；store_sales 的表版本已变，某个条件在新版本上尚无验证结果，交给维护执行验证，结果写入缓存，再返回有效修订 v2。橙色 6–8 是执行 SQL：智能体的 SQL 声明依赖 v2，执行前验证复用缓存中的结果，在同一快照上执行。紫色是学习：内置智能体学习到的定义，通过准入检查后写入共享记忆。共享记忆中还有表统计信息和连接路径，图中未展开。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记忆分四类。表统计信息来自描述表；连接路径是已验证的两表连接方式，包括基数、所需过滤谓词、未匹配行比例和已证伪的写法；指标定义最重要，除了业务口径、度量、粒度、时间维度，还带着它成立所依赖的验证条件和学习证据；验证结果按“条件 + 表版本”存储，跨定义共享。从智能体看，这些都是工具：描述表、查询连接路径、检索指标定义、执行 SQL 时声明所依赖的修订。记忆有两个来源：内置智能体学习指标定义，用户智能体探索时得到的统计信息和连接路径也写入。每条记忆附带依赖的表版本、状态、修订号、写入者和使用者。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记忆管理分五个环节，颜色与后面两张图一致。写入：内置智能体正确求解学习任务，抽取为结构化定义，通过 7 项准入检查后发布。读取：用户智能体按名称检索，依赖表版本未变则直接返回，已变则先维护。使用：执行 SQL 时声明所依赖的修订，失效的拒绝，在查询快照上验证条件后执行。维护：数据更新后，定义首次被访问时，仅重新验证受影响的条件，结果缓存并共享——增量加载后，6 条依赖 store_sales 的定义只执行了 2 次验证。迭代：条件不成立时，存在唯一修复则发布新修订，否则失效并通知。这些都发生在单条查询的生成之外，这就是与 Text-to-SQL 的区别。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写入是记忆的入口。内置智能体得到一道给定业务口径的学习任务，5 轮写出 SQL，答案正确。然后大模型将求解轨迹抽取为右边这条结构化定义：名称、业务口径、度量和粒度、时间维度、注意事项，以及 MAVRA 从中推出的三个验证条件和学习证据。发布前通过 7 项准入检查，最关键的是最后一项：由定义字段编译的规范 SQL 必须得到相同答案，因为其他智能体读取的正是这些字段，遗漏过滤谓词或把月份写死都会在这里被发现。“答案判定正确”在实验中用任务的参考答案；部署中由指标负责人确认一次，或与已发布报表对账。它只在写入时需要一次，此后的维护和修复都不依赖参考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上方是检索指标定义：名称匹配到“门店营业额”（“电子品类门店营业额”同样包含查询词，一并返回，由智能体依据口径说明选择）；比较 store_sales 的表版本（14 → 15）；逐个条件查缓存：“粒度键唯一”电子品类的定义刚验证过，直接复用；date_dim 未变，复用；“日期键完整性”在版本 15 上没有结果，执行验证并写入缓存；最后返回有效修订 v2。中间是验证结果缓存：按（条件，表版本）存储，表中标明写入者和复用的步骤。下方是执行 SQL：先检查声明的 v2 是否有效；再在查询快照上验证——期间又有更新，表版本变为 16，因此两个条件在快照内重新验证并写入缓存；最后在同一快照上执行。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沿着门店营业额走一遍。内置智能体求解“3 月门店营业额”，答案判定正确、准入检查通过，发布 v1。之后增量加载一批销售记录：条件仍成立，其他定义直接复用验证结果，仍为 v1。再之后一批销售被更正：旧行标记为非当前，插入当前行——“粒度键唯一”不成立，v1 失效，不处理会把新旧版本重复计入。修复搜索在低基数列上枚举等值谓词，只有“ss_is_current = 1”可行；按学习时刻重算 3 月，结果一致，发布 v2。红框是另一种结果：批次重复加载，没有谓词能恢复唯一性，定义失效并通知使用方，等待重新学习。下面是修订的其他规则：同结构再学到只记佐证；同名不同结构并存；相同条件失败复用修复；失效后重新学习再发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回到前面那张表，加上 MAVRA 一栏。增量加载：定义仍然有效，6 条依赖 store_sales 的定义一共只执行了 2 次验证。数据更正：MAVRA 检测到“粒度键唯一”不成立，旧修订失效，修复搜索找到唯一可行的谓词，4 项检查通过后发布 v2，共 28.7 秒；门店营业额复用这个修复只用 45.8 毫秒；答案正确。重复加载：没有谓词能修复，定义失效并通知智能体，智能体自行去重，3 次中 2 次正确。回归测试为什么按学习时刻比较：学习任务问的是 3 月，恰在被更正的范围内。按当前数据比较，学习时的 SQL 本身就把旧行计入，得 1489 万，与修复后的 1342 万不一致，正确的修复会被拒绝；我们实际跑过这个对照，确实被拒绝。按学习时刻比较两者都是 1357 万。学习时的答案是唯一被确认过的答案，所以修复只与它比较，不需要参考答案。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端到端实验：DeepSeek V4.1 Flash 智能体，每种方法独立运行 3 次，15 道留出题，再加 11 种数据更新。共享本身的收益：数据未变时准确率从 49% 到 100%，轮数和 token 都下降——任何共享方法都有这个收益，不是 MAVRA 独有。维护的收益：更新后从 75% 到 81%，5 种破坏性更新下从 59% 到 73%；检索历史示例即使提示它自行验证也只有 63%。MAVRA 与整定义重查答案相同，差异来自各次运行学到的定义不同。两个对照：单位变化不违反任何条件，所有方法同样过期，说明检测范围与命题一致；备份副本下修复有歧义，MAVRA 按规则使定义失效，检索示例碰巧答对，这是如实保留的负结果。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系统层实验不用大模型：固定各次运行学到的定义库，只改变维护方式，这样比较的是机制本身。配对回放：合成数据 1,470 题次，MAVRA 在覆盖的更新下没有错答，99 个错答全部是单位变化这个对照；按模式变更失效有 629 个错答。TPC-DS 上用 99 个查询模板导出的定义，结果一致。同快照验证：并发写入下 11,297 次使用没有一次在违反条件的数据上作答，先检查后执行有 3.8% 到 4.6%。修复的回归基准：按学习时刻比较，修复成功的数量与使用标准答案参照完全相同；按当前数据比较会误拒正确的修复。维护成本：19 条定义时为整定义重查的 14%，但按表版本缓存验证查询也能得到同样的节省，所以效率不是本文的贡献，贡献在于检查什么、何时可以依赖检查结果、失败后怎么办。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持久化智能体获得的数据库知识 · 跨智能体共享 · 在数据更新下保持有效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与 MAVRA：不同层次的问题</a:t>
            </a:r>
            <a:endParaRPr lang="en-US" sz="3000" dirty="0"/>
          </a:p>
        </p:txBody>
      </p:sp>
      <p:sp>
        <p:nvSpPr>
          <p:cNvPr id="3" name="card Text-to-SQL"/>
          <p:cNvSpPr/>
          <p:nvPr/>
        </p:nvSpPr>
        <p:spPr>
          <a:xfrm>
            <a:off x="548640" y="1188720"/>
            <a:ext cx="5364328" cy="3337560"/>
          </a:xfrm>
          <a:prstGeom prst="roundRect">
            <a:avLst>
              <a:gd name="adj" fmla="val 328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37160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8308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将自然语言问题翻译为 SQL 查询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60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5603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数据库模式（可附示例查询）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30175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747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4747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9319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单条查询的正确性</a:t>
            </a:r>
            <a:endParaRPr lang="en-US" sz="1600" dirty="0"/>
          </a:p>
        </p:txBody>
      </p:sp>
      <p:sp>
        <p:nvSpPr>
          <p:cNvPr id="14" name="card MAVRA"/>
          <p:cNvSpPr/>
          <p:nvPr/>
        </p:nvSpPr>
        <p:spPr>
          <a:xfrm>
            <a:off x="6278728" y="1188720"/>
            <a:ext cx="5364328" cy="3337560"/>
          </a:xfrm>
          <a:prstGeom prst="roundRect">
            <a:avLst>
              <a:gd name="adj" fmla="val 328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37160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178308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智能体与数据库之间的记忆中间件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2560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76008" y="25603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智能体对数据库的全部访问经由它转发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30175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76008" y="30175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智能体获得的数据库知识：表统计信息、连接路径、指标定义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34747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376008" y="34747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跨智能体、跨会话共享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98768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76008" y="39319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已有知识在当前数据上的有效性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475488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84632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模型或数据智能体都可以作为用户智能体接入 MAVRA。MAVRA 不生成 SQL；它向智能体提供经过验证的知识，并在查询执行前验证其有效性。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问题：业务口径不在模式中；共享之后，数据更新又使定义失效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无共享定义：同一问题三次独立求解。题目“9 月的门店营业额是多少？”只给名称，参考答案 1307.0 万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所选度量列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1、2 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ss_ext_sales_price（扩展销售额，折扣前）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3 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ss_net_paid（检索到共享的指标定义）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926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共享之后：定义发布后数据库持续更新，沿用已发布的定义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0"/>
                <a:gridCol w="1463040"/>
                <a:gridCol w="28648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沿用已发布的定义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旧行保留并标记为非当前（ss_is_current = 0），插入九折后的当前行，65,915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新旧版本重复计入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月重复计入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25780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选择哪一列由业务口径决定，模式中并不记录；无共享知识时每次重新推断，答案不稳定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三种更新均为普通 DML、模式未变，查询仍成功执行；定义被共享，一处失效则所有使用方同时出错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M1-P1；无共享定义：dsv41flash-r1-a、r2-b、r3-a；MAVRA：r1–r3-g3fix--snap；对照组“沿用已发布的定义”仅在模式变更时使定义失效，3 次运行答案相同。合成零售数据，年份略去。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系统架构：请求路径</a:t>
            </a:r>
            <a:endParaRPr lang="en-US" sz="30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6666"/>
            <a:ext cx="11094415" cy="51590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记忆的内容与接口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566160"/>
                <a:gridCol w="3200400"/>
                <a:gridCol w="3001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记忆类型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智能体通过哪个工具使用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数据更新后的处理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表统计信息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列、类型、空值比例、不同值数、高频取值、样例行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describe_table：表版本未变则返回缓存结果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表版本变化：下次访问时重新采样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连接路径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连接键、基数（N:1 / 1:1）、所需过滤谓词、未匹配行比例、已证伪的写法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join_path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任一表版本变化：重新验证“1”侧键的唯一性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业务口径、度量、粒度、时间维度、注意事项、示例查询，以及验证条件与学习证据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find_metric 检索；run_sql 声明所依赖的修订，失效或被替代则拒绝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依赖表版本变化：重新验证条件；不成立则修复或失效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条件、表版本、结果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（内部）执行前在查询快照上验证时复用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按（条件，表版本）键存储；跨定义、跨智能体共享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2628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17720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记忆来源：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内置智能体（大模型）求解给定业务口径的学习任务，判定正确的轨迹抽取为指标定义，通过 7 项准入检查后发布；用户智能体获得的表统计信息与连接路径同样写入。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每条记忆附带：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依赖的表版本、状态（有效 / 待验证 / 失效）、修订号、写入者、使用者；每次响应附带通知，告知使用方其定义已失效或已修复。第 1 次运行结束时共 70 条记忆，查询 995 次，696 次命中。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记忆管理的五个环节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743200"/>
                <a:gridCol w="420624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的处理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门店营业额的记录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6A58A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内置智能体正确求解一道学习任务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抽取为结构化定义，通过 7 项准入检查后发布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 v1：抽取 16.3 秒，准入检查 5.7 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读取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用户智能体按名称检索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依赖表版本未变：直接返回；已变：先维护再返回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询问 9 月营业额：检索到 v1，3 轮答对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567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用户智能体执行 SQL 并声明所依赖的修订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失效或被替代的修订拒绝；在查询快照上验证条件后执行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声明“门店营业额 v1”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数据更新后，定义首次被访问时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仅重新验证受影响的条件；结果按（条件，表版本）缓存并共享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增量加载后：6 条定义仅执行 2 次验证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迭代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某条件不再成立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存在唯一修复：发布新修订；否则失效并通知；学到新证据后重新发布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数据更正：v1 → v2；重复加载：失效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25780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Text-to-SQL 的区别在于：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这五个环节均发生在单条查询的生成之外，跨问题、跨智能体、跨表版本。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写入：从一次求解到一条定义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门店销售行的净支付额（store_sales.ss_net_paid）之和，按销售日期归属期间。保留两位小数。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内置智能体：5 轮、7 次工具调用、9.5 秒，最终 SQL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218688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ROUND(SUM(ss.ss_net_paid), 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store_sales ss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date_dim 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ss.ss_sold_date_sk = d.d_date_sk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d.d_year = … AND d.d_moy = 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0916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 13,570,368.70，与参考答案一致 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大模型将求解轨迹抽取为结构化定义（16.3 秒）；7 项准入检查全部通过（5 条查询，5.7 秒），发布为修订 v1。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097280"/>
            <a:ext cx="5653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写入记忆的定义（实验记录）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508760"/>
          <a:ext cx="56537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2364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门店营业额（别名：门店销售净额、store revenue）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业务口径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门店销售明细行净支付额（销售额 − 折扣，不含税）之和，按销售日期归属期间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上 SUM(ss_net_paid)，无过滤谓词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 · 时间维度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 × 小票号 × 商品；按销售日关联 date_dim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验证条件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粒度键唯一；日期键唯一；日期键完整性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 · 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SQL、答案与表版本；有效，修订 v1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989320" y="4572000"/>
            <a:ext cx="5653735" cy="1508760"/>
          </a:xfrm>
          <a:prstGeom prst="roundRect">
            <a:avLst>
              <a:gd name="adj" fmla="val 4848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63640" y="4663440"/>
            <a:ext cx="51050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项准入检查：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业务依据 · 答案判定正确 · 静态合法性（列存在、连接沿已验证路径、不含任务字面量）· 粒度成立 · SQL 审查 · 重放示例 SQL · 重放规范 SQL（其他智能体读取的正是这些字段）。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“答案判定正确”在部署中由指标负责人确认一次，或与已发布报表对账；此后的维护与修复不再依赖参考答案。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读取与使用：一次请求的处理路径</a:t>
            </a:r>
            <a:endParaRPr lang="en-US" sz="30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维护与迭代：一条定义的生命周期</a:t>
            </a:r>
            <a:endParaRPr lang="en-US" sz="30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149"/>
            <a:ext cx="11094415" cy="406962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修订规则：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同结构再次学到 → 为原定义记一次佐证；同名不同结构 → 并存，由智能体依据口径选择；其他定义遇到相同的条件失败 → 复用验证结果与修复（门店营业额复用电子品类的修复，45.8 毫秒）；失效后 → 重新学习，通过准入检查再作为新修订发布。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回到例子：引入 MAVRA 之后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429000"/>
                <a:gridCol w="1234440"/>
                <a:gridCol w="1828800"/>
                <a:gridCol w="32762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不维护（对照组）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条件仍成立，保持 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条定义仅执行 2 次验证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旧行保留并标记为非当前（ss_is_current = 0），插入九折后的当前行，65,915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新旧版本重复计入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失效 → 修复为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（谓词 ss_is_current = '1'）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月重复计入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无唯一修复 → 失效并通知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智能体自行去重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次运行中 2 次答对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206240"/>
            <a:ext cx="11094415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29768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数据更正后的处理（系统记录）：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首个访问 store_sales 的请求触发验证，“粒度键唯一”不成立（1,065,915 行只有 1,000,000 个不同键，5.5 秒）→ v1 失效；修复搜索得到唯一可行谓词 ss_is_current = '1'，4 项检查通过后发布 v2，共 28.7 秒；门店营业额复用该修复，45.8 毫秒。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回归测试的基准：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按学习时刻 as-of 查询比较，学习时的 SQL 与修复后的定义都得到 1357.0 万，接受修复；按当前数据比较得到 1489.1 万与 1342.4 万，会误拒正确的修复——学习时的 SQL 在当前数据上同样过期，它仅在学习时的快照上被判定正确。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对照组：仅在模式变更时使定义失效，3 次独立运行答案相同。MAVRA 栏为第 1 次运行；增量加载与数据更正 3 次运行结果相同。“按当前数据比较”来自对照实验 dsv41flash-r1-g3fix--exref。数据为仿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实验结果①：端到端（DeepSeek V4.1 Flash，3 次独立运行）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737360"/>
                <a:gridCol w="1828800"/>
                <a:gridCol w="146304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数据未变（15 题）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种更新后（全部）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 5 种破坏性更新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备份副本（修复有歧义）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检索历史查询示例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提示自行验证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逐写入失效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轮，输入 token −34%（任何共享方法均获得）；216 个固定库会话中每任务 37.7 s，无共享 64.5 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维护：更新后 75% → 81%，破坏性更新下 59% → 73%；MAVRA 与整定义重查答案相同，差异来自各次运行学到的定义不同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对照与负结果：单位变化不违反任何条件，所有方法同样过期；备份副本下修复有歧义，MAVRA 使定义失效，检索示例碰巧答对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2、日期键格式变更。来源：exp/2026-10-02-scenarios-ds、exp/2026-10-03-session-latency，与论文宏 \Ds*、\ScenHold*、\Sl*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实验结果②：系统层（无大模型，固定定义库，只改变维护方式）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5425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配对回放（合成数据）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种大模型学到的 15 个定义库、97 条定义；11 种更新；1,470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933 题正确，覆盖的更新下 0 错答；99 错答全部为单位变化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按模式变更失效：629 错答；整定义重查与 MAVRA 逐题相同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配对回放（TPC-DS）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由 99 个查询模板导出 93 条定义，SF1，981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630 题正确，错答 72（单位变化）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按模式变更失效：437 错答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同快照验证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并发写入，11,297 次使用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在违反条件的数据上作答：0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先检查后执行：3.8–4.6%；读延迟不变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修复的回归基准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 1,470 / TPC-DS 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按学习时刻 as-of 查询：933 / 630，与使用标准答案参照相同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按当前数据：780 / 360（误拒正确的修复）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维护成本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条共享定义，错峰到达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为整定义重查耗时的 14.0%；按表版本缓存验证查询可得同样节省（16.7%）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万到 1,600 万行比例不变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覆盖的更新全部检测到，不向使用方返回错误答案；修复以学习时刻为基准，不需要参考答案；同快照验证消除并发写入下的失效窗口。维护效率与通用缓存相当，不是本文的贡献。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来源：exp/2026-10-02-cache-baseline-tpcds（配对回放、回归基准、维护成本）、exp 快照压力测试（同快照验证），与论文宏 \Rp*、\Tr*、\Sn*、\CbStag* 一致。错答 = 在条件已被破坏的数据上照常返回答案。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2026-10-08T04:53:10Z</dcterms:created>
  <dcterms:modified xsi:type="dcterms:W3CDTF">2026-10-08T04:53:10Z</dcterms:modified>
</cp:coreProperties>
</file>