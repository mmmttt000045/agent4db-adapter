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4159721e-d77e-4a39-d723-f3c2e8c1da4b}">
          <p14:sldIdLst>
            <p14:sldId id="256"/>
          </p14:sldIdLst>
        </p14:section>
        <p14:section name="功能与结构" id="{d2b7d64f-9aa6-123a-e94f-8662c3719b69}">
          <p14:sldIdLst>
            <p14:sldId id="257"/>
            <p14:sldId id="258"/>
          </p14:sldIdLst>
        </p14:section>
        <p14:section name="工作流" id="{c901a1c4-eee7-ca4a-1cd1-4945841604fb}">
          <p14:sldIdLst>
            <p14:sldId id="259"/>
            <p14:sldId id="260"/>
          </p14:sldIdLst>
        </p14:section>
        <p14:section name="小结" id="{a1b0262d-b9ab-53a1-7377-603efcf142b6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这次只讲系统：它由哪几部分组成、各做什么、一次请求怎么走、指标定义坏了怎么办。三张图讲的是同一个例子：门店退货金额。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先用一句话说清问题：指标定义被共享，数据会变，定义可能悄悄算错。MAVRA 做三件事：学习指标定义（紫色）、数据变了就重新校验（蓝色）、执行前把关（橙色）。后面三张图用的是同一套颜色。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左边是用户智能体，它发两种请求。蓝色 1–5 是查询指标定义：智能体只说“退货金额”，查询服务从指标库读出定义；它依赖的数据变了，而某条规则在新数据版本上还没有校验结果，就交给维护去校验，结果写入缓存，再返回有效的 v2。橙色 6–8 是执行 SQL：智能体写好 SQL 并注明用的是 v2，执行前校验直接复用缓存里的校验结果，在同一快照上执行。紫色是学习：内置智能体学到的定义，发布前校验通过才进入指标库。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上面一行是查询指标定义：先按名称匹配；再看它用到的表的数据版本有没有变（store_returns 从 14 变成 15）；然后逐条规则查缓存：“每笔退货一行”退货率已经校验过，直接复用；date_dim 没变，复用；“退货都有日期”在 15 上没有结果，现在校验并写入缓存；最后返回有效的 v2。中间是校验结果缓存：按（规则，数据版本）存，表里写明谁写入、哪一步复用。下面一行是执行 SQL：先检查注明的 v2 能不能用；再在这条查询的快照上校验——这期间又有写入，数据版本变成 16，所以两条规则在快照里重新校验并写入缓存；最后在同一快照上执行，结果 329.4 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跟着退货金额这个指标走一遍。内置智能体回答“4 月门店退货金额”，答案核验正确、发布前校验通过，发布 v1。之后追加迟到的退货，这是普通写入：规则仍成立，没变的表直接用缓存，还是 v1。再之后每笔退货多了一行“申请”状态，这是破坏性写入：“每笔退货一行”不成立，v1 停用，不处理的话 5 月的答案会翻倍。修复时在取值少的列上逐个试过滤，只有 sr_status = 完成 能恢复每笔退货一行；再用学习时的数据重算，结果和当初一致，于是发布 v2。红框是另一种情况：追加了整份备份数据，两个过滤都可行，无法判断哪个对，就停用，等待重新学习。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三句话收尾：结构是查询服务、指标库、内置智能体与维护；功能是学习、校验、执行前把关；工作流是先查有效的指标定义、再在快照上校验并执行，校验结果能复用就复用。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920240"/>
            <a:ext cx="1109441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9202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MAVRA：让智能体共享的指标定义，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数据变了也不出错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系统结构 · 功能 · 工作流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做三件事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数据智能体学到的指标定义（例如“门店退货金额怎么算”）会被很多智能体共享；数据一变，定义可能悄悄算错。MAVRA 是位于智能体和数据库之间的中间件，负责：</a:t>
            </a:r>
            <a:endParaRPr lang="en-US" sz="1600" dirty="0"/>
          </a:p>
        </p:txBody>
      </p:sp>
      <p:sp>
        <p:nvSpPr>
          <p:cNvPr id="4" name="card 学习指标定义"/>
          <p:cNvSpPr/>
          <p:nvPr/>
        </p:nvSpPr>
        <p:spPr>
          <a:xfrm>
            <a:off x="548640" y="2194560"/>
            <a:ext cx="3515258" cy="3840480"/>
          </a:xfrm>
          <a:prstGeom prst="roundRect">
            <a:avLst>
              <a:gd name="adj" fmla="val 3121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68880"/>
            <a:ext cx="502920" cy="502920"/>
          </a:xfrm>
          <a:prstGeom prst="ellipse">
            <a:avLst/>
          </a:prstGeom>
          <a:solidFill>
            <a:srgbClr val="6A58A3"/>
          </a:solidFill>
          <a:ln w="12700">
            <a:solidFill>
              <a:srgbClr val="6A58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5468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学习指标定义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57600"/>
            <a:ext cx="296661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内置智能体（大模型）回答给出口径的题目；答案核验正确、发布前校验通过，才把定义发布到指标库，所有智能体共用。</a:t>
            </a:r>
            <a:endParaRPr lang="en-US" sz="1600" dirty="0"/>
          </a:p>
        </p:txBody>
      </p:sp>
      <p:sp>
        <p:nvSpPr>
          <p:cNvPr id="9" name="card 数据变了就重新校验"/>
          <p:cNvSpPr/>
          <p:nvPr/>
        </p:nvSpPr>
        <p:spPr>
          <a:xfrm>
            <a:off x="4338218" y="2194560"/>
            <a:ext cx="3515258" cy="3840480"/>
          </a:xfrm>
          <a:prstGeom prst="roundRect">
            <a:avLst>
              <a:gd name="adj" fmla="val 31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2538" y="2468880"/>
            <a:ext cx="502920" cy="502920"/>
          </a:xfrm>
          <a:prstGeom prst="ellipse">
            <a:avLst/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2538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612538" y="315468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数据变了就重新校验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657600"/>
            <a:ext cx="296661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记录每个指标定义依赖的校验规则（如“每笔退货一行”）。数据一变，只重新校验受影响的规则；校验结果按（规则，数据版本）缓存，大家共用。规则不成立就修复，修不了就停用。</a:t>
            </a:r>
            <a:endParaRPr lang="en-US" sz="1600" dirty="0"/>
          </a:p>
        </p:txBody>
      </p:sp>
      <p:sp>
        <p:nvSpPr>
          <p:cNvPr id="14" name="card 执行前把关"/>
          <p:cNvSpPr/>
          <p:nvPr/>
        </p:nvSpPr>
        <p:spPr>
          <a:xfrm>
            <a:off x="8127797" y="2194560"/>
            <a:ext cx="3515258" cy="3840480"/>
          </a:xfrm>
          <a:prstGeom prst="roundRect">
            <a:avLst>
              <a:gd name="adj" fmla="val 31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02117" y="2468880"/>
            <a:ext cx="502920" cy="502920"/>
          </a:xfrm>
          <a:prstGeom prst="ellipse">
            <a:avLst/>
          </a:prstGeom>
          <a:solidFill>
            <a:srgbClr val="B5671A"/>
          </a:solidFill>
          <a:ln w="12700">
            <a:solidFill>
              <a:srgbClr val="B567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02117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402117" y="315468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执行前把关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3657600"/>
            <a:ext cx="296661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智能体的 SQL 注明用的是哪个指标的哪一版；执行前在这条查询的快照上校验规则，过期或已停用的版本直接拒绝。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系统结构：一次请求怎样经过 MAVRA</a:t>
            </a:r>
            <a:endParaRPr lang="en-US" sz="30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46666"/>
            <a:ext cx="11094415" cy="515902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工作流①：查询指标定义，再执行 SQL</a:t>
            </a:r>
            <a:endParaRPr lang="en-US" sz="3000" dirty="0"/>
          </a:p>
        </p:txBody>
      </p:sp>
      <p:pic>
        <p:nvPicPr>
          <p:cNvPr id="3" name="lookup" descr="/home/zhanhao/mingtai/ppt/agentdb-mid/tools/deck/figures/lookup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199" y="1097280"/>
            <a:ext cx="10587297" cy="5257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工作流②：指标定义的学习、停用与修复</a:t>
            </a:r>
            <a:endParaRPr lang="en-US" sz="3000" dirty="0"/>
          </a:p>
        </p:txBody>
      </p:sp>
      <p:pic>
        <p:nvPicPr>
          <p:cNvPr id="3" name="lifecycle" descr="/home/zhanhao/mingtai/ppt/agentdb-mid/tools/deck/figures/lifecycle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369"/>
            <a:ext cx="11094415" cy="406962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小结</a:t>
            </a:r>
            <a:endParaRPr lang="en-US" sz="3200" dirty="0"/>
          </a:p>
        </p:txBody>
      </p:sp>
      <p:sp>
        <p:nvSpPr>
          <p:cNvPr id="3" name="label 结构"/>
          <p:cNvSpPr/>
          <p:nvPr/>
        </p:nvSpPr>
        <p:spPr>
          <a:xfrm>
            <a:off x="548640" y="1737360"/>
            <a:ext cx="1463040" cy="640080"/>
          </a:xfrm>
          <a:prstGeom prst="roundRect">
            <a:avLst>
              <a:gd name="adj" fmla="val 50000"/>
            </a:avLst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1645920"/>
            <a:ext cx="9265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用户智能体 → MAVRA（查询服务、指标库、内置智能体与维护）→ 数据库</a:t>
            </a:r>
            <a:endParaRPr lang="en-US" sz="2000" dirty="0"/>
          </a:p>
        </p:txBody>
      </p:sp>
      <p:sp>
        <p:nvSpPr>
          <p:cNvPr id="6" name="label 功能"/>
          <p:cNvSpPr/>
          <p:nvPr/>
        </p:nvSpPr>
        <p:spPr>
          <a:xfrm>
            <a:off x="548640" y="3108960"/>
            <a:ext cx="1463040" cy="640080"/>
          </a:xfrm>
          <a:prstGeom prst="roundRect">
            <a:avLst>
              <a:gd name="adj" fmla="val 50000"/>
            </a:avLst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31089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3017520"/>
            <a:ext cx="9265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学习指标定义；数据变了重新校验，校验结果缓存共用；执行前在同一快照上校验</a:t>
            </a:r>
            <a:endParaRPr lang="en-US" sz="2000" dirty="0"/>
          </a:p>
        </p:txBody>
      </p:sp>
      <p:sp>
        <p:nvSpPr>
          <p:cNvPr id="9" name="label 工作流"/>
          <p:cNvSpPr/>
          <p:nvPr/>
        </p:nvSpPr>
        <p:spPr>
          <a:xfrm>
            <a:off x="548640" y="4480560"/>
            <a:ext cx="1463040" cy="640080"/>
          </a:xfrm>
          <a:prstGeom prst="roundRect">
            <a:avLst>
              <a:gd name="adj" fmla="val 50000"/>
            </a:avLst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44805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工作流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4389120"/>
            <a:ext cx="9265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查指标定义 → 执行 SQL；数据变化 → 校验 → 修复或停用 → 重新学习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MAVRA：系统结构、功能与工作流</dc:title>
  <dc:subject>PptxGenJS Presentation</dc:subject>
  <dc:creator>PptxGenJS</dc:creator>
  <cp:lastModifiedBy>PptxGenJS</cp:lastModifiedBy>
  <cp:revision>1</cp:revision>
  <dcterms:created xsi:type="dcterms:W3CDTF">2026-10-07T09:10:59Z</dcterms:created>
  <dcterms:modified xsi:type="dcterms:W3CDTF">2026-10-07T09:10:59Z</dcterms:modified>
</cp:coreProperties>
</file>