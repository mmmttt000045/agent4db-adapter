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242c1b78-482f-9152-822d-3331214ff3b9}">
          <p14:sldIdLst>
            <p14:sldId id="256"/>
          </p14:sldIdLst>
        </p14:section>
        <p14:section name="问题" id="{208ef3e0-74fc-f331-4b22-542ec4977ed3}">
          <p14:sldIdLst>
            <p14:sldId id="257"/>
            <p14:sldId id="258"/>
            <p14:sldId id="259"/>
          </p14:sldIdLst>
        </p14:section>
        <p14:section name="MAVRA 是什么" id="{6e2ad356-5cbd-630b-c155-46c6cae04884}">
          <p14:sldIdLst>
            <p14:sldId id="260"/>
            <p14:sldId id="261"/>
            <p14:sldId id="262"/>
            <p14:sldId id="263"/>
          </p14:sldIdLst>
        </p14:section>
        <p14:section name="记忆管理" id="{7ffb2abf-d723-7858-19c9-b600cb9c6e7e}">
          <p14:sldIdLst>
            <p14:sldId id="264"/>
            <p14:sldId id="265"/>
            <p14:sldId id="266"/>
            <p14:sldId id="267"/>
            <p14:sldId id="268"/>
          </p14:sldIdLst>
        </p14:section>
        <p14:section name="回到例子" id="{136ad5e3-bb40-69f4-fb5a-f4e566f435ff}">
          <p14:sldIdLst>
            <p14:sldId id="269"/>
            <p14:sldId id="270"/>
            <p14:sldId id="271"/>
          </p14:sldIdLst>
        </p14:section>
        <p14:section name="比较与小结" id="{442c9a38-55b2-5de4-d56e-a34584f63031}">
          <p14:sldIdLst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MAVRA 是放在数据智能体和数据库之间的一个中间件。一句话概括它做的事：把智能体探索数据库时学到的东西记下来，共享给其他智能体用，并在数据变化时保证这些记忆仍然正确——能修就修成新版本，修不了就停用。先讲它和 Text-to-SQL 的区别，再讲记忆里存什么、怎么管理，最后用实验里的一个真实例子走一遍。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Text-to-SQL 研究的是翻译：给一句自然语言问题和表结构，生成一条 SQL，评价这条 SQL 对不对。每个问题都是独立的，做完不留下任何东西。MAVRA 不是一个新的 Text-to-SQL 方法，它不生成 SQL。它在智能体下面、数据库上面，智能体对数据库的请求都经过它。它关心的是另一个问题：智能体探索数据库时学到的知识——“营业额是哪一列”“这两张表怎么关联”——怎么记下来、怎么共享、数据变了之后还对不对。所以两者是上下游关系，任何 Text-to-SQL 模型都可以作为用户智能体接在 MAVRA 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这是实验里的真实记录。题目只说“门店营业额”，不给口径。不共享记忆的智能体独立跑了三次：两次选了折扣前的销售额 ss_ext_sales_price，答 1413.8 万，错；一次选了净支付额 ss_net_paid，答对。每次都是 5 轮。有 MAVRA 的智能体先查记忆，拿到内置智能体学过的“门店营业额”定义，三次都选对，3 轮完成。难点不在 SQL 语法，而在业务知识：表里好几列都像营业额，选哪一列是口径问题，表结构里没写。Text-to-SQL 每次都要重新猜，结果会变；把学到的口径记下来共享，准确率和成本都改善。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共享记忆带来新问题：记忆是在某一份数据上学到的，数据会变。同一个问题“9 月门店营业额”，在三种日常写入之后分别再问一次，照旧用记住的定义。追加新数据没问题。数据更正——数据仓库里常见的做法是旧行不删、标成非当前，再插一行新的——照旧用就会把新旧两版都加进去，多出 137 万。重复装载，一批数据被导了两次，9 月直接翻倍。这三种都是普通的写入，表结构没变，只看表结构的做法完全发现不了；SQL 也不报错。所以 MAVRA 不只是“记下来”，更要管理记忆：知道每条记忆在什么前提下成立，数据变了重新检查。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从用户智能体的角度看，MAVRA 就是一组数据库工具：列出表、查看表、问两张表怎么关联、查指标定义、执行 SQL。区别在背后：每个工具都先查记忆。查看表时，数据没变就直接返回记住的表画像；问关联时，返回以前验证过的关联方式和踩过的坑；查指标定义时，如果依赖的表有写入，先重新校验再返回。执行 SQL 时，智能体注明用了哪条定义的哪一版，过期的版本直接拒绝。每次返回还会附带提醒，告诉智能体它用过的记忆有变化。记忆来自两处：内置智能体专门学习指标定义，用户智能体在探索中查过、验证过的东西也会记下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左边是用户智能体，它发两种请求。蓝色 1–5 是查询指标定义：智能体只说“营业额”，查询服务从共享记忆里读出定义；销售表的数据变了，某条规则在新数据版本上还没有校验结果，就交给维护去校验，结果写入缓存，再返回有效的 v2。橙色 6–8 是执行 SQL：智能体写好 SQL 并注明用的是 v2，执行前校验复用缓存里的结果，在同一快照上执行。紫色是学习：内置智能体学到的定义，发布前校验通过才写进共享记忆。共享记忆里还有表画像和关联路径，图里没有展开。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记忆有四类。表画像是查看表时得到的列信息；关联路径是验证过的两表关联方式，包括一对多关系、需要加的过滤、有多少行关联不上，还有试过但证明不对的写法。指标定义是最重要的一类：口径、怎么算、一行代表什么、按哪个日期归期，再加上它成立所依赖的校验规则。校验结果按“规则 + 数据版本”存，同一条规则在同一个数据版本上只校验一次，所有记忆共用。每条记忆都记着依赖哪些表的哪个版本、当前状态、版本号、谁写的、谁用过。实验第一次运行结束时一共 70 条记忆，被查了 995 次，696 次直接复用。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这是实验里“门店营业额”这条记忆的原样内容。左边是用户智能体查询时拿到的：名称和别名、口径、怎么算、一行代表什么、按哪个日期归期、注意事项和示例。右边是 MAVRA 自己管理、用来保证它仍然正确的：依据是什么、学习时的证据、校验规则、依赖哪些表的哪个版本、当前状态和版本号、谁写的谁用过。Text-to-SQL 里没有这样的东西：每次生成的 SQL 用完就丢，也不知道它在什么前提下成立。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记忆管理分五个环节，颜色和后面两张图一致。写入：内置智能体答对学习题，抽取成定义，过 7 项校验才发布。读取：用户智能体按名称查，依赖的表没变就直接返回，有写入就先维护。使用：执行 SQL 时注明版本，过期的拒绝，在本次查询的快照上校验后再执行。维护：数据写入后，记忆第一次被用到时，只重新校验受影响的规则，结果缓存共用——追加新数据后，6 条依赖销售表的定义只真正跑了 2 次校验。迭代：规则不成立时，能唯一修好就发布新版本，修不了就停用并提醒。这些都发生在“生成一条 SQL”之外，这就是和 Text-to-SQL 的区别。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写入是记忆的入口。内置智能体拿到一道给出口径的学习题，5 轮写出 SQL，答案正确。然后大模型把解题过程抽取成一条结构化的定义，再过 7 项校验：有口径依据、答案正确、字段合法、粒度成立、SQL 审查，以及两次重放——当初的 SQL 再跑一次答案相同，按定义字段生成的标准 SQL 也得到相同答案。最后一项最关键，因为别的智能体读到的就是这些字段，漏一个过滤或者写死月份都会在这里被发现。第 2 项“答案正确”在实验里用题目的参考答案；实际部署中是指标负责人确认一次，或者与已发布的报表对账。这只在写入时需要一次，之后的维护和修复都不需要参考答案。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上面一行是查询指标定义：按名称匹配到“门店营业额”（“电子品类门店营业额”也包含这几个字，一并返回，由智能体按口径说明挑选）；再看销售表的数据版本有没有变（14 变成 15）；然后逐条规则查缓存：“每笔销售一行”电子品类那个指标刚校验过，直接复用；日期表没变，复用；“丢行率不超标”在 15 上没有结果，现在校验并写入缓存；最后返回有效的 v2。中间是校验结果缓存：按（规则，数据版本）存，表里写明谁写入、哪一步复用。下面一行是执行 SQL：先检查注明的 v2 能不能用；再在这条查询的快照上校验——这期间又有写入，数据版本变成 16，所以两条规则在快照里重新校验并写入缓存；最后在同一快照上执行。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跟着门店营业额走一遍。内置智能体回答“3 月门店营业额”，答案核验正确、发布前校验通过，发布 v1。之后追加一批新销售：规则仍成立，其他指标直接复用结果，还是 v1。再之后有一批销售被更正：旧行保留但标成非当前，新增当前行——“每笔销售一行”不成立，v1 停用，不处理会把新旧两版都算进去。修复时在取值少的列上试过滤，只有“只算当前行”可行；用学习时的数据重算 3 月，结果一致，发布 v2。红框是另一种情况：一批销售被重复装载，没有任何过滤能修好，就停用并提醒，等待重新学习。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迭代就是记忆的版本怎么变。同一个指标又学到一次、算法一样，就不新增，只给原来那条记一次佐证。名字一样但算法不同——实验里“门店营业额”学到了两种粒度——两条并存，查询时都返回，智能体按口径说明挑。规则不成立而且只有一种修法，就停用旧版本、发布新版本，注明旧版本的 SQL 会被拒绝，修复期间来的请求等修复结果。别的记忆碰到同样的问题，直接复用已有的结果和修复，门店营业额只用了 45.8 毫秒。修不好就停用，并提醒用过它的智能体；之后内置智能体学到新的解题过程，校验通过再作为新版本发布。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回到开头那张表，加上 MAVRA 这一栏。追加新数据：定义仍然对，MAVRA 重新校验后继续用；6 条依赖销售表的定义一共只跑了 2 次校验，其余直接复用。数据更正：MAVRA 发现“每笔销售一行”不成立，停用旧定义，找到唯一的修复“只算当前行”，发布 v2，答对。重复装载：没法用过滤修好，MAVRA 停用并提醒智能体，智能体自己去重，3 次里 2 次答对。下一页看数据更正之后，MAVRA 具体一步步做了什么。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数据更正之后，第一个用到销售表的查询到来，先检查名称匹配到的电子品类营业额。MAVRA 一校验就发现每个销售键平均有 1.07 行，停用旧定义；然后自动找修复，只有“只算当前行”这一个过滤可行，四项检查都过了，发布 v2，一共 28.7 秒。接着检查门店营业额：它依赖的是同一条规则、同一个数据版本，结果和修复都直接复用，45.8 毫秒就好了。退货率因为要关联销售表，也跟着修好。最后用户智能体收到提醒，按新定义写 SQL，答对。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为什么回归测试不能直接用现在的数据？学习题问的是 3 月，而这次更正正好覆盖 3 月。在现在的数据上，智能体当初写的 SQL 本身就会把旧版本也算进去，得到 1489 万；正确的新定义得到 1342 万，两者对不上，正确的修复就被拒了。我们实际跑过这个对照：用现在的数据比，这个修复确实被拒绝。用学习时的数据比，两者都是 1357 万，修复被接受。学习时的答案是唯一被确认过的答案，所以修复只和它比，不需要另外的参考答案。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把几种做法放在一起比。Text-to-SQL 或不共享记忆的智能体什么都不记，每次重新猜口径，数据不变时也只答对 49%。检索历史 SQL 示例会记下答对过的 SQL，数据不变时和 MAVRA 一样好，但数据变了它不知道，照旧给出旧 SQL；在 5 种破坏性变化下只答对 57%，提示它自己去核对也只有 63%，MAVRA 是 73%。语义层是人写的指标定义，数据变了靠人发现、人改，执行时也不检查数据是否还满足前提；MAVRA 的维护同样可以用在语义层的定义上。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五句话收尾。定位：MAVRA 是智能体和数据库之间的记忆中间件，不生成 SQL，和 Text-to-SQL 是上下游。记什么：表画像、关联路径、指标定义，以及它们成立的前提。怎么管：写入前校验，执行前在同一快照上校验，数据变了只重验受影响的规则。怎么迭代：能唯一修好就发新版本，修不了就停用并提醒。效果：数据不变时准确率从 49% 到 100%、轮数更少；数据变化后从 32% 到 81%。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7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17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486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MAVRA：数据智能体与数据库之间的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记忆中间件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记住智能体学到的东西 · 共享给所有智能体 · 数据变了也保持正确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Text-to-SQL 和 MAVRA 解决的不是同一个问题</a:t>
            </a:r>
            <a:endParaRPr lang="en-US" sz="3000" dirty="0"/>
          </a:p>
        </p:txBody>
      </p:sp>
      <p:sp>
        <p:nvSpPr>
          <p:cNvPr id="3" name="card Text-to-SQL"/>
          <p:cNvSpPr/>
          <p:nvPr/>
        </p:nvSpPr>
        <p:spPr>
          <a:xfrm>
            <a:off x="548640" y="1188720"/>
            <a:ext cx="5364328" cy="3337560"/>
          </a:xfrm>
          <a:prstGeom prst="roundRect">
            <a:avLst>
              <a:gd name="adj" fmla="val 3288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37160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Text-to-SQL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1783080"/>
            <a:ext cx="4724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把一句话翻译成一条 SQL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560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2560320"/>
            <a:ext cx="394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 + 表结构（可附几条示例 SQL）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0175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645920" y="3017520"/>
            <a:ext cx="394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 SQL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4747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3474720"/>
            <a:ext cx="394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每个问题从头做，做完就忘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9319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关心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645920" y="3931920"/>
            <a:ext cx="394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这一条 SQL 写得对不对</a:t>
            </a:r>
            <a:endParaRPr lang="en-US" sz="1600" dirty="0"/>
          </a:p>
        </p:txBody>
      </p:sp>
      <p:sp>
        <p:nvSpPr>
          <p:cNvPr id="14" name="card MAVRA"/>
          <p:cNvSpPr/>
          <p:nvPr/>
        </p:nvSpPr>
        <p:spPr>
          <a:xfrm>
            <a:off x="6278728" y="1188720"/>
            <a:ext cx="5364328" cy="3337560"/>
          </a:xfrm>
          <a:prstGeom prst="roundRect">
            <a:avLst>
              <a:gd name="adj" fmla="val 3288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98768" y="137160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598768" y="1783080"/>
            <a:ext cx="4724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智能体和数据库之间的记忆中间件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598768" y="2560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376008" y="2560320"/>
            <a:ext cx="394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智能体对数据库的每个请求都经过它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598768" y="30175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记住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7376008" y="3017520"/>
            <a:ext cx="394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智能体学到的、关于这个库的知识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598768" y="34747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376008" y="3474720"/>
            <a:ext cx="394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一个智能体学会，所有智能体都能用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598768" y="39319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关心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376008" y="3931920"/>
            <a:ext cx="394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记住的东西现在还对不对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48640" y="475488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2960" y="4846320"/>
            <a:ext cx="105457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两者是上下游关系：</a:t>
            </a:r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Text-to-SQL 模型或任何数据智能体，都可以作为“用户智能体”接在 MAVRA 上面。MAVRA 不替它写 SQL，而是给它经过校验的记忆，并在 SQL 执行前把关。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真实记录：不共享记忆，同一个问题问三次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题目：“9 月的门店营业额是多少？保留两位小数。”</a:t>
            </a:r>
            <a:pPr indent="0" marL="0">
              <a:buNone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只说名称，不给口径。正确答案 1307.0 万。</a:t>
            </a:r>
            <a:endParaRPr lang="en-US" sz="17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931920"/>
                <a:gridCol w="1737360"/>
                <a:gridCol w="914400"/>
                <a:gridCol w="17675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智能体选的列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答案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轮数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输入 token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不共享记忆 · 第 1 次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ss_ext_sales_price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5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折扣前的销售额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1413.8 万 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10,957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不共享记忆 · 第 2 次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ss_ext_sales_price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5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折扣前的销售额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1413.8 万 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11,212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不共享记忆 · 第 3 次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ss_net_paid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5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净支付额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10,440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 MAVRA · 3 次结果相同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ss_net_paid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5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查记忆，拿到“门店营业额”的定义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8,467 – 8,824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526280"/>
            <a:ext cx="11094415" cy="1645920"/>
          </a:xfrm>
          <a:prstGeom prst="roundRect">
            <a:avLst>
              <a:gd name="adj" fmla="val 444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4617720"/>
            <a:ext cx="10545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错的不是 SQL 语法，是业务知识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销售表里像“营业额”的列有好几个：ss_ext_sales_price、ss_net_paid、ss_net_paid_inc_tax……选哪一列是业务口径，表结构里没写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Text-to-SQL 和不共享记忆的智能体每次重新猜，同一个问题答案会变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把学到的口径记下来、大家照着用：15 道题 × 3 次运行，数据不变时不共享只答对 49%，共享后 100%；每题从 5.6 轮降到 3.6 轮，输入 token 少 34%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results/scen-20261002，留出题 M1-P1；不共享（不共享指标定义）：dsv41flash-r1-a、r2-b、r3-a；MAVRA：r1–r3-g3fix--snap。合成零售数据，年份略去。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记住了还不够：数据一变，记忆可能悄悄过期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“门店营业额”记下来以后，数据库照常写入。之后再问“9 月门店营业额”，照旧用记住的定义：</a:t>
            </a:r>
            <a:endParaRPr lang="en-US" sz="1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937760"/>
                <a:gridCol w="1463040"/>
                <a:gridCol w="32305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写入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数据库里发生了什么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正确答案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照旧用记住的定义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追加新数据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 9 月的销售复制一份、换新小票号，+27,095 行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✓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数据更正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部分销售被更正：旧行保留并标为非当前（ss_is_current = 0），新增九折的当前行，共 65,915 行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1430.1 万 ✗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新旧两版都算了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重复装载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个月的销售整批又装载了一次，+110,165 行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✗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月翻倍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343400"/>
            <a:ext cx="11094415" cy="1691640"/>
          </a:xfrm>
          <a:prstGeom prst="roundRect">
            <a:avLst>
              <a:gd name="adj" fmla="val 432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4434840"/>
            <a:ext cx="1054577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问题在哪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三种写入都是普通的 INSERT / UPDATE，表结构没变：只看表结构的做法发现不了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 照样能跑、不报错：用这条记忆的智能体自己看不出来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记忆被共享：一处过期，所有用它的智能体一起算错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“照旧用”即对照组：只在表结构变化时才让定义失效，3 次独立运行答案相同。数据为仿 TPC-DS 的合成零售数据（100 万行门店销售），题目中的年份略去。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是什么：智能体看到的是工具，背后是记忆管理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5943600"/>
                <a:gridCol w="2041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智能体调用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在背后做什么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用到的记忆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列出表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57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list_tables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返回表名、行数和注释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查看一张表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57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describe_table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数据没变：直接返回记住的表画像；变了：重新探查并记下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表画像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问两张表怎么关联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57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join_path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返回验证过的关联列、一对多关系、需要的过滤、关联不上的比例，以及试过但不对的写法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关联路径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按名称查指标定义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57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find_metric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依赖的表有写入：先重新校验；再返回有效版本、注意事项和示例 SQL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指标定义、校验结果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执行 SQL，注明用了哪条定义的哪一版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57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run_sql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版本已停用或已有新版：拒绝；否则在本次查询的快照上校验，再执行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指标定义、校验结果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每次返回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附上提醒：你用过的记忆被停用或修复了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使用记录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5166360"/>
            <a:ext cx="11094415" cy="960120"/>
          </a:xfrm>
          <a:prstGeom prst="roundRect">
            <a:avLst>
              <a:gd name="adj" fmla="val 7619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25780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记忆从哪来：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内置智能体（大模型）专门回答给出口径的学习题，答对的解题过程被抽取成指标定义，通过 7 项校验才写进记忆；用户智能体查过的表、验证过的关联也会记下来，所有智能体共用。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系统结构：请求怎样经过 MAVRA</a:t>
            </a:r>
            <a:endParaRPr lang="en-US" sz="3000" dirty="0"/>
          </a:p>
        </p:txBody>
      </p:sp>
      <p:pic>
        <p:nvPicPr>
          <p:cNvPr id="3" name="overview" descr="/home/zhanhao/mingtai/ppt/agentdb-mid/tools/deck/figures/overview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46666"/>
            <a:ext cx="11094415" cy="515902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记忆里存什么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94415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3291840"/>
                <a:gridCol w="3566160"/>
                <a:gridCol w="29105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记忆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记了什么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例子（门店营业额）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数据变了怎么办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表画像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列、类型、空值比例、不同值个数、常见取值、3 行样例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store_sales 每一列的情况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表有写入：下次查看时重新探查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关联路径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关联列、一对多关系、需要的过滤、关联不上的比例、试过但不对的写法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store_sales → date_dim：ss_sold_date_sk = d_date_sk，多对一，1.03% 的销售关联不上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任一张表有写入：重新校验“一”那一侧的键仍唯一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指标定义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口径、计算、粒度、日期、注意事项、示例 SQL，以及校验规则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门店营业额 v1：SUM(ss_net_paid)，每笔销售一行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依赖的表有写入：重新校验规则；不成立就修复或停用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校验结果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哪条规则、在哪个数据版本上、成立与否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“每笔销售一行”在 store_sales 第 15 版上成立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按（规则，数据版本）存：版本变了就算新的一条，所有记忆共用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57200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46634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每条记忆都带着：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依赖哪些表的哪个数据版本、状态（有效 / 待校验 / 停用）、版本号、谁写的、谁用过。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次运行结束时共 70 条记忆，被查 995 次，其中 696 次直接复用。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results/scen-20261002/dsv41flash-r1-g3fix--snap（端到端实验第 1 次 MAVRA 运行）。数据为仿 TPC-DS 的合成零售数据（100 万行门店销售），题目中的年份略去。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一条指标定义记忆的全部内容（实验记录）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5410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给智能体看的（查询时返回）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5410048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42670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字段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名称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门店营业额（别名：门店销售净额、store revenue）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口径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门店销售明细行净支付额（销售额 − 折扣，不含税）之和，按销售日期归属期间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计算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store_sales 上 SUM(ss_net_paid)，无过滤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粒度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销售日 + 小票号 + 商品：每笔销售一行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ss_sold_date_sk 关联 date_dim，按销售日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注意事项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内连接日期表会排除约 1.03% 关联不上的销售；② 用不含税的 ss_net_paid，不要和含税的 ss_net_paid_inc_tax 混用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示例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学习题和当时的 SQL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233008" y="1097280"/>
            <a:ext cx="5410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自己管理的</a:t>
            </a:r>
            <a:endParaRPr lang="en-US" sz="16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3008" y="1508760"/>
          <a:ext cx="5410048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1756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字段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依据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学习题给出的口径（M1-L1）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学习时的 SQL、答案 13,570,368.70、当时的数据版本；7 项发布前校验全部通过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校验规则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每笔销售一行；日期键唯一；丢行率不超标（学习时 1.03%）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依赖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store_sales、date_dim 的数据版本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有效，v1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写入 / 使用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内置智能体 A 写入；A、B 用过，被查 9 次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22960" y="53492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左边告诉智能体“怎么算”，右边让 MAVRA 判断“现在还能不能这么算”。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Text-to-SQL 生成的 SQL 用完就丢，也不知道它在什么前提下成立。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results/scen-20261002/dsv41flash-r1-g3fix--snap（端到端实验第 1 次 MAVRA 运行）。数据为仿 TPC-DS 的合成零售数据（100 万行门店销售），题目中的年份略去。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记忆管理的五个环节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94415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743200"/>
                <a:gridCol w="4206240"/>
                <a:gridCol w="30476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什么时候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做什么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门店营业额的记录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6A58A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写入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内置智能体答对一道学习题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抽取成定义，过 7 项发布前校验，通过才发布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发布 v1：抽取 16.3 秒，校验 5.7 秒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读取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用户智能体按名称查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依赖的表没变：直接返回；有写入：先维护再返回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问 9 月营业额：查到 v1，3 轮答对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B567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使用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用户智能体执行 SQL，注明所用版本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过期版本拒绝；在本次查询的快照上校验，再执行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SQL 注明“门店营业额 v1”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维护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数据写入后，记忆第一次被用到时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只重新校验受影响的规则；结果按（规则，数据版本）缓存共用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追加新数据后：6 条定义只真正跑了 2 次校验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迭代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某条规则不成立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能唯一修好：发布 v2；修不了：停用并提醒；以后学到新证据再发布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数据更正：v1 → v2；重复装载：停用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5257800"/>
            <a:ext cx="11094415" cy="822960"/>
          </a:xfrm>
          <a:prstGeom prst="roundRect">
            <a:avLst>
              <a:gd name="adj" fmla="val 8889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349240"/>
            <a:ext cx="105457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 Text-to-SQL 的区别就在这里：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这五个环节都发生在“生成一条 SQL”之外，跨问题、跨智能体、跨数据版本。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results/scen-20261002/dsv41flash-r1-g3fix--snap（端到端实验第 1 次 MAVRA 运行）。数据为仿 TPC-DS 的合成零售数据（100 万行门店销售），题目中的年份略去。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写入：从一次解题到一条记忆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学习题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60020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月的门店营业额是多少？口径：门店营业额 = 门店销售行的净支付额（store_sales.ss_net_paid）之和，按销售日期归属期间。保留两位小数。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889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内置智能体：5 轮、7 次工具调用、9.5 秒，最后的 SQL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154680"/>
            <a:ext cx="5120640" cy="1417320"/>
          </a:xfrm>
          <a:prstGeom prst="roundRect">
            <a:avLst>
              <a:gd name="adj" fmla="val 516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3218688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ROUND(SUM(ss.ss_net_paid), 2)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store_sales ss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date_dim 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ON ss.ss_sold_date_sk = d.d_date_sk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d.d_year = … AND d.d_moy = 3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0916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 13,570,368.70，与参考答案一致 ✓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大模型把解题过程抽取成定义（16.3 秒）；7 项校验全部通过（5 条查询，5.7 秒），发布为 v1。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989320" y="1097280"/>
            <a:ext cx="5653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发布前的 7 项校验</a:t>
            </a:r>
            <a:endParaRPr lang="en-US" sz="1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89320" y="1508760"/>
          <a:ext cx="5653735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6877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校验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防的是什么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有口径依据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题目明确给出了业务口径，不是猜的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答案核验正确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错误答案不进记忆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字段合法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列存在；计算只用允许的列；关联走验证过的路径；没把题目里的月份写死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粒度成立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在当前数据上“每笔销售一行”成立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SQL 审查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示例 SQL 符合记下的粒度和关联要求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重放当初的 SQL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再跑一次，答案相同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 重放标准 SQL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按定义字段生成的 SQL 也得到同样答案：别的智能体读到的就是这些字段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5989320" y="4846320"/>
            <a:ext cx="5653735" cy="1188720"/>
          </a:xfrm>
          <a:prstGeom prst="roundRect">
            <a:avLst>
              <a:gd name="adj" fmla="val 6154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263640" y="4937760"/>
            <a:ext cx="5105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项在实际部署中：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实验用题目的参考答案；部署时由指标负责人确认一次，或与已发布的报表对账。之后的维护和修复都不再需要参考答案。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results/scen-20261002/dsv41flash-r1-g3fix--snap（端到端实验第 1 次 MAVRA 运行）。数据为仿 TPC-DS 的合成零售数据（100 万行门店销售），题目中的年份略去。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读取与使用：一次请求怎么走</a:t>
            </a:r>
            <a:endParaRPr lang="en-US" sz="3000" dirty="0"/>
          </a:p>
        </p:txBody>
      </p:sp>
      <p:pic>
        <p:nvPicPr>
          <p:cNvPr id="3" name="lookup" descr="/home/zhanhao/mingtai/ppt/agentdb-mid/tools/deck/figures/lookup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199" y="1097280"/>
            <a:ext cx="10587297" cy="5257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维护与迭代：一条记忆的一生</a:t>
            </a:r>
            <a:endParaRPr lang="en-US" sz="3000" dirty="0"/>
          </a:p>
        </p:txBody>
      </p:sp>
      <p:pic>
        <p:nvPicPr>
          <p:cNvPr id="3" name="lifecycle" descr="/home/zhanhao/mingtai/ppt/agentdb-mid/tools/deck/figures/lifecycle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369"/>
            <a:ext cx="11094415" cy="406962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迭代：记忆的版本怎么变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94415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389120"/>
                <a:gridCol w="38706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情况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怎么做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实验记录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同一指标又学到一次，算法相同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不新增，给原记忆记一次佐证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同名，但算法不同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两条并存；查询时都返回，由智能体按口径说明挑选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“门店营业额”有两条：粒度一条含销售日，一条不含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规则不成立，只有一种修法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停用 v1，修复后发布 v2；注明 v1 的 SQL 被拒绝；修复期间来的请求等结果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数据更正后：v1 → v2（加 ss_is_current = '1'）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别的记忆遇到同样的问题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直接复用已有的校验结果和修复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门店营业额复用电子品类的修复，45.8 毫秒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规则不成立，修不好（没有或不止一种修法）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停用，提醒用过它的智能体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重复装载后停用，智能体自己去重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停用之后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内置智能体再学到同样算法的解题过程，校验通过后作为新版本发布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5120640"/>
            <a:ext cx="11094415" cy="1005840"/>
          </a:xfrm>
          <a:prstGeom prst="roundRect">
            <a:avLst>
              <a:gd name="adj" fmla="val 7273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212080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重复装载后的提醒（据系统记录）：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你用过的“门店营业额”已停用：“每笔销售一行”不成立，1,099,860 行只有 989,695 个不同键（平均每键 1.11 行），没有找到能恢复的过滤；之前基于它得到的结果建议复核。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results/scen-20261002/dsv41flash-r1-g3fix--snap（端到端实验第 1 次 MAVRA 运行）。数据为仿 TPC-DS 的合成零售数据（100 万行门店销售），题目中的年份略去。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回到例子：有了 MAVRA 之后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3429000"/>
                <a:gridCol w="1234440"/>
                <a:gridCol w="1828800"/>
                <a:gridCol w="32762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写入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数据库里发生了什么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正确答案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不维护（对照组）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追加新数据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 9 月的销售复制一份、换新小票号，+27,095 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规则仍成立，保持 v1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条定义只跑了 2 次校验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数据更正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部分销售被更正：旧行保留并标为非当前（ss_is_current = 0），新增九折的当前行，共 65,915 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1430.1 万 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新旧两版都算了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停用 v1 → 修复为 v2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（只算 ss_is_current = '1'）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重复装载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个月的销售整批又装载了一次，+110,165 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月翻倍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找不到修复 → 停用并提醒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智能体自己去重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次运行中 2 次答对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892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同样三种写入，MAVRA 都发现了：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规则仍成立就继续用；能唯一修好就发布新版本；修不了就停用并提醒，不让错误答案悄悄出去。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对照组：只在表结构变化时才让定义失效，3 次独立运行答案相同。MAVRA 栏为第 1 次运行；追加和更正 3 次运行结果相同，重复装载见表。数据为仿 TPC-DS 的合成零售数据（100 万行门店销售），题目中的年份略去。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数据更正之后，MAVRA 依次做了什么</a:t>
            </a:r>
            <a:endParaRPr lang="en-US" sz="3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4937760"/>
                <a:gridCol w="57451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发生了什么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系统记录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第一个用到销售表的查询到来。先检查名称匹配到的“电子品类门店营业额”：销售表变了，重新校验“每笔销售一行”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不成立：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“1065915 行只有 1000000 个不同键（平均每键 1.07 行）”，用时 5.5 秒 → 停用 v1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在取值少的列上逐个试过滤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只有 ss_is_current = '1' 能做到每笔一行、一笔不少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对这个修复做 4 项检查：合法性、当前数据上的粒度、SQL 审查、回归测试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全部通过 → 发布 v2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（1–3 步共 28.7 秒）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接着检查“门店营业额”：同一条规则、同一个数据版本已经有结果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复用校验结果和修复，</a:t>
                      </a:r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45.8 毫秒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就发布了 v2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“门店退货率”要把销售和退货关联起来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关联路径现在要求只用当前行 → 也修复为 v2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用户智能体 B 问“9 月门店营业额”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收到 3 条提醒；SQL 带上 ss_is_current = '1'；答 </a:t>
                      </a:r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 ✓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（4 轮，61.7 秒）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results/scen-20261002/dsv41flash-r1-g3fix--snap（端到端实验第 1 次 MAVRA 运行）。数据为仿 TPC-DS 的合成零售数据（100 万行门店销售），题目中的年份略去。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回归测试为什么要用学习时的数据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学习题问的是 3 月，正好在被更正的范围里。回归测试拿内置智能体当初的 SQL 当标准，和加了过滤的新定义各算一次 3 月：</a:t>
            </a:r>
            <a:endParaRPr lang="en-US" sz="17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4884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377440"/>
                <a:gridCol w="2377440"/>
                <a:gridCol w="3962095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用哪份数据比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当初的 SQL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新定义（v2）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学习时的数据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1357.0 万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1357.0 万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一致 → 接受修复 ✓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现在的数据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1489.1 万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1342.4 万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不一致 → 拒绝了正确的修复 ✗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20624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4297680"/>
            <a:ext cx="10545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原因：</a:t>
            </a:r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在现在的数据里，当初的 SQL 自己也过时了——它把更正前的旧行也算了进去（1489.1 万）。它只在学习时的数据上被核验过是对的，所以只能在那份数据上当标准。这也是修复不需要参考答案的原因。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“现在的数据”一行来自对照实验（回归测试改用当前数据，dsv41flash-r1-g3fix--exref），系统记录原文：“结果 13423672.28 与期望 14890636.48 不一致”。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和已有做法比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94415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2194560"/>
                <a:gridCol w="2240280"/>
                <a:gridCol w="2057400"/>
                <a:gridCol w="25447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Text-to-SQL / 不共享记忆的智能体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检索历史 SQL 示例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语义层（人工定义指标）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记住什么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不记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答对过的问题和当时的 SQL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人写好的指标定义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表画像、关联路径、指标定义，以及它们成立的前提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谁来写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答对后自动保存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数据团队手写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内置智能体学习，校验通过后自动发布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数据变了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不知道，照旧给出旧 SQL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靠人发现、人改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只重验受影响的规则；修复为新版本或停用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执行前检查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不检查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不检查数据是否仍满足前提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在本次查询的快照上校验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数据不变时答对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49%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 种数据变化后答对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76%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81%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其中 5 种破坏性变化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57%（提示它自己核对：63%）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73%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实验：DeepSeek V4.1 Flash，每种做法独立运行 3 次；“不共享记忆”为不共享指标定义的智能体。5 种破坏性变化：退货状态行、销售更正（保留旧行）、重复装载、商品维表拉链、日期键换格式。语义层没有做实验。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486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小结</a:t>
            </a:r>
            <a:endParaRPr lang="en-US" sz="3200" dirty="0"/>
          </a:p>
        </p:txBody>
      </p:sp>
      <p:sp>
        <p:nvSpPr>
          <p:cNvPr id="3" name="label 定位"/>
          <p:cNvSpPr/>
          <p:nvPr/>
        </p:nvSpPr>
        <p:spPr>
          <a:xfrm>
            <a:off x="548640" y="1554480"/>
            <a:ext cx="1645920" cy="640080"/>
          </a:xfrm>
          <a:prstGeom prst="roundRect">
            <a:avLst>
              <a:gd name="adj" fmla="val 50000"/>
            </a:avLst>
          </a:prstGeom>
          <a:solidFill>
            <a:srgbClr val="1D5BA6"/>
          </a:solidFill>
          <a:ln w="12700">
            <a:solidFill>
              <a:srgbClr val="1D5BA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544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463040"/>
            <a:ext cx="90827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数据智能体与数据库之间的记忆中间件；不生成 SQL，和 Text-to-SQL 是上下游</a:t>
            </a:r>
            <a:endParaRPr lang="en-US" sz="1900" dirty="0"/>
          </a:p>
        </p:txBody>
      </p:sp>
      <p:sp>
        <p:nvSpPr>
          <p:cNvPr id="6" name="label 记什么"/>
          <p:cNvSpPr/>
          <p:nvPr/>
        </p:nvSpPr>
        <p:spPr>
          <a:xfrm>
            <a:off x="548640" y="2514600"/>
            <a:ext cx="1645920" cy="640080"/>
          </a:xfrm>
          <a:prstGeom prst="roundRect">
            <a:avLst>
              <a:gd name="adj" fmla="val 50000"/>
            </a:avLst>
          </a:prstGeom>
          <a:solidFill>
            <a:srgbClr val="1D5BA6"/>
          </a:solidFill>
          <a:ln w="12700">
            <a:solidFill>
              <a:srgbClr val="1D5BA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5146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记什么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2560320" y="2423160"/>
            <a:ext cx="90827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表画像、关联路径、指标定义，以及它们成立的前提（校验规则）和校验结果</a:t>
            </a:r>
            <a:endParaRPr lang="en-US" sz="1900" dirty="0"/>
          </a:p>
        </p:txBody>
      </p:sp>
      <p:sp>
        <p:nvSpPr>
          <p:cNvPr id="9" name="label 怎么管"/>
          <p:cNvSpPr/>
          <p:nvPr/>
        </p:nvSpPr>
        <p:spPr>
          <a:xfrm>
            <a:off x="548640" y="3474720"/>
            <a:ext cx="1645920" cy="640080"/>
          </a:xfrm>
          <a:prstGeom prst="roundRect">
            <a:avLst>
              <a:gd name="adj" fmla="val 50000"/>
            </a:avLst>
          </a:prstGeom>
          <a:solidFill>
            <a:srgbClr val="1D5BA6"/>
          </a:solidFill>
          <a:ln w="12700">
            <a:solidFill>
              <a:srgbClr val="1D5B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4747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怎么管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3383280"/>
            <a:ext cx="90827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写入前 7 项校验；执行前在同一快照上校验；数据变了只重验受影响的规则</a:t>
            </a:r>
            <a:endParaRPr lang="en-US" sz="1900" dirty="0"/>
          </a:p>
        </p:txBody>
      </p:sp>
      <p:sp>
        <p:nvSpPr>
          <p:cNvPr id="12" name="label 怎么迭代"/>
          <p:cNvSpPr/>
          <p:nvPr/>
        </p:nvSpPr>
        <p:spPr>
          <a:xfrm>
            <a:off x="548640" y="4434840"/>
            <a:ext cx="1645920" cy="640080"/>
          </a:xfrm>
          <a:prstGeom prst="roundRect">
            <a:avLst>
              <a:gd name="adj" fmla="val 50000"/>
            </a:avLst>
          </a:prstGeom>
          <a:solidFill>
            <a:srgbClr val="1D5BA6"/>
          </a:solidFill>
          <a:ln w="12700">
            <a:solidFill>
              <a:srgbClr val="1D5B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4348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怎么迭代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2560320" y="4343400"/>
            <a:ext cx="90827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能唯一修好就发布新版本，修不了就停用并提醒，学到新证据再发布</a:t>
            </a:r>
            <a:endParaRPr lang="en-US" sz="1900" dirty="0"/>
          </a:p>
        </p:txBody>
      </p:sp>
      <p:sp>
        <p:nvSpPr>
          <p:cNvPr id="15" name="label 效果"/>
          <p:cNvSpPr/>
          <p:nvPr/>
        </p:nvSpPr>
        <p:spPr>
          <a:xfrm>
            <a:off x="548640" y="5394960"/>
            <a:ext cx="1645920" cy="640080"/>
          </a:xfrm>
          <a:prstGeom prst="roundRect">
            <a:avLst>
              <a:gd name="adj" fmla="val 50000"/>
            </a:avLst>
          </a:prstGeom>
          <a:solidFill>
            <a:srgbClr val="1D5BA6"/>
          </a:solidFill>
          <a:ln w="12700">
            <a:solidFill>
              <a:srgbClr val="1D5B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53949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2560320" y="5303520"/>
            <a:ext cx="90827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数据不变：49% → 100%，每题 5.6 轮 → 3.6 轮；数据变化后：32% → 81%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MAVRA：数据智能体与数据库之间的记忆中间件</dc:title>
  <dc:subject>PptxGenJS Presentation</dc:subject>
  <dc:creator>PptxGenJS</dc:creator>
  <cp:lastModifiedBy>PptxGenJS</cp:lastModifiedBy>
  <cp:revision>1</cp:revision>
  <dcterms:created xsi:type="dcterms:W3CDTF">2026-10-08T04:22:40Z</dcterms:created>
  <dcterms:modified xsi:type="dcterms:W3CDTF">2026-10-08T04:22:40Z</dcterms:modified>
</cp:coreProperties>
</file>