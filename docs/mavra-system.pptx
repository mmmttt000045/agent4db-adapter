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e1c20ce-f939-746b-cb2e-8fd9118e0985}">
          <p14:sldIdLst>
            <p14:sldId id="256"/>
          </p14:sldIdLst>
        </p14:section>
        <p14:section name="问题" id="{e5925346-10e2-132d-b7f1-cc52a3b6636b}">
          <p14:sldIdLst>
            <p14:sldId id="257"/>
            <p14:sldId id="258"/>
          </p14:sldIdLst>
        </p14:section>
        <p14:section name="MAVRA" id="{f7e716ff-4ed9-585e-a61d-26ca3892251c}">
          <p14:sldIdLst>
            <p14:sldId id="259"/>
            <p14:sldId id="260"/>
          </p14:sldIdLst>
        </p14:section>
        <p14:section name="发布" id="{170e76e4-dd52-6bd8-2a83-443228568c9e}">
          <p14:sldIdLst>
            <p14:sldId id="261"/>
          </p14:sldIdLst>
        </p14:section>
        <p14:section name="依赖" id="{6fa2a1b9-6a28-5a29-d785-90f7f5e52813}">
          <p14:sldIdLst>
            <p14:sldId id="262"/>
          </p14:sldIdLst>
        </p14:section>
        <p14:section name="维护与改进" id="{4dff7099-c5ec-a88e-4a4c-bfac8591f134}">
          <p14:sldIdLst>
            <p14:sldId id="263"/>
          </p14:sldIdLst>
        </p14:section>
        <p14:section name="实验结果" id="{142515c2-dc44-d9ce-3621-f9d2d47d396c}">
          <p14:sldIdLst>
            <p14:sldId id="264"/>
          </p14:sldIdLst>
        </p14:section>
        <p14:section name="边界与总结" id="{abe7b1aa-9e9d-a6a1-983d-1b31080ccd0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也想用；但数据库每天都在更新，学到的定义可能在不知不觉中不再适用，而 SQL 照样能执行。MAVRA 是放在 agent 与数据库之间的中间件：保存 agent 学到的定义，记住定义成立的条件，在定义被使用时保证条件在实际执行的数据上仍然成立，条件被破坏时修复或失效。名字是 Metric-Aware Validation and Reuse for Agents 的缩写：面向指标定义的验证与复用。顺序：问题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上面。这里的“定义”就是一条学到的计算规则，后面一直用这个词。它也和做数据库的同学熟悉的两类工具不同：指标层（如 Databricks metric views）由人声明定义，但声明的连接属性运行时不验证；数据质量测试（如 dbt tests、Deequ）按表检查人写的约束，却不知道哪条定义依赖它。MAVRA 的条件是从定义推出来的，所以知道哪条定义依赖哪个条件。表里的“轮”是 agent 调用工具的回合。
来源：noctis results/scen-20261002，没见过的题 M1-P1（9 月门店营业额）；没有共享定义：dsv41flash-r1-a、r2-b、r3-a；MAVRA：dsv41flash-r1–r3-g3fix--snap。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先用一个示意的小账本。第一天三笔订单，定义“把每笔销售金额加起来”算出 600 元，正确。第二天订单 002 被更正为 250 元，数据仓库常见的做法是旧行不删、标记为非当前，再插入一行新的。沿用定义会把 200 和 250 都加进去，得到 850 元，正确答案是 650 元。注意：定义没有算错，是它的前提“每个订单号只有一行”不再成立了。下半是实验里的真实记录，问的都是 9 月门店营业额，每种更新都从原始数据单独开始。增量加载追加了一批 9 月的新销售，换了新小票号，9 月确实翻倍，沿用定义算对；数据更正后沿用定义多算 137 万；重复加载把同样的行再装一次，9 月也翻倍，但这次是错的。同一个 2613.9 万，一对一错，区别只在键有没有重复——这正是后面要检查的“粒度键唯一”。三种更新都是日常的数据写入，表结构没变，查询不报错，agent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
来源：noctis results/scen-20261002，dsv41flash-r1–r3-g3fix--schema（仅在模式变更时使定义失效，3 次运行答案相同）；增量加载 = 复制 9 月门店销售行并换新小票号（src/scenario.rs Change::Append）。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agent，也不替代数据库。图上三个深色标签就是三项职责，也是论文的三个问题：什么可以发布，何时可以依赖，由谁维护与改进。后面三页各讲一项，第 7、8 页各用一张图展开。两种 agent：内置 agent（右上）负责学习，学到的定义经准入检查后发布（紫色）；用户 agent（左边，可以有很多个）通过工具取用：find_metric(名称) 取定义，run_sql(sql, metrics=[{key, revision}]) 执行——metrics 参数就是“声明”这条 SQL 依据哪条定义的哪一版，MAVRA 的保证挂在这个声明上。人只确认一次学习答案是否正确，修复有歧义时才介入。一次使用分 8 步：蓝色 1–5 是查找定义，橙色 6–8 是执行 SQL，第 7 页把这 8 步按真实记录逐步展开。黑色粗箭头是维护写回指标定义：修复或优化后发布新修订，修不好就标为失效。图里的时刻：ETL 刚做了一次增量加载，store_sales 从 v14 变成 v15。读它的门店营业额和电子品类门店营业额变成待验证，不读它的退货金额仍有效；date_dim 没变，日期键唯一的结论直接复用；缺的两个结果由这次检索交给维护补上，写进缓存后两条定义共用。待验证不是存下来的状态，是使用时比较表版本得出的。内置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
来源：9 月结果：v1 取自 noctis results/scen-20261002（未做优化的 MAVRA 运行），v2、v3 取自 noctis results/scen-20261008-trace（metric-global-opt，--trace 逐次记录工具调用；DeepSeek V4.1 Flash）；“快约 20%”为优化轮 results/scen-20261008-opt 的配对测量。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第一项职责：发布。一条定义不是学到就直接相信。内置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成立的前提。门店营业额只连接日期表，连接基数和日期角色检查的都是日期表的键唯一，所以落到一个“日期键唯一”上：v1 有 3 个条件，v2 换成日期键范围写法后多一个“按月连续”，共 4 个，第 7 页说的四个条件就是这些。命题 1 说它们够用：都成立时每笔业务恰好计一次。但数值层面的变化发现不了：实验里的“单位变化”是从某月起，上游改成按“分”记金额，所有金额乘以 100，行数、键、连接都没变，四类条件全部照样成立，agent 拿到的 9 月营业额是 13.07 亿，正确是 1307.0 万。这在现实里会发生：微信支付的接口按“分”记金额，支付宝按“元”记，两路数据合进同一张表时漏了换算，就是这种错误；上游系统升级改了单位而 ETL 没跟着改，也是一样。为什么不加一条“数值不能突变”的条件？因为只看数据分不清真增长和单位变化：第 3 页的增量加载也让 9 月翻了一倍，那是真的多卖了。这类问题要靠懂业务的人或数据质量监控（看分布、设阈值、人工确认）来发现，MAVRA 把它列为边界。
来源：noctis results/scen-20261008-trace（metric-global-opt，--trace 逐次记录工具调用；DeepSeek V4.1 Flash）；拦下的一例：results/scen-20260930/glm53-r3（M5-L2，论文宏 \PubEx*）。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第二项职责：依赖。这张图把第 4 页的第 1–8 步按一次真实使用展开，编号和第 4 页一致。场景是第 3 页的增量加载：store_sales 刚追加了一批 9 月的新销售，表版本从 v14 变成 v15（版本号是示意）。用户 agent B 问 9 月的门店营业额。第 1 步，B 调用 find_metric("门店营业额")。第 2 步，名称匹配到两条定义：门店营业额和电子品类门店营业额，都已经是优化后的 v2；它们记下的 store_sales 版本是 v14，现在是 v15，所以要验证。第 3 步交给维护：两条定义都读 store_sales，粒度键唯一和日期键完整性这两项条件完全相同，只执行一次——粒度检查 5.3 秒、完整性 0.15 秒，是在维护电子品类时执行的；轮到门店营业额时两项都直接复用，0 条查询、0.3 毫秒。date_dim 没变，它上面的两项条件根本不用看。第 4 步把结果写进验证结果缓存，键是（条件，表版本）：同一条件在同一表版本上只验证一次，所有定义、所有 agent 共享；v14 上的旧结果不再命中。第 5 步返回门店营业额 v2，附口径和示例 SQL。第 6 步，B 照示例写出按日期键范围求和的 SQL，调用 run_sql，在 metrics 里声明 revision: 1，也就是 v2（系统内部从 0 编号）。第 7 步是执行前验证：先核对声明——v2 是当前修订，通过；如果声明的是已经失效的修订（比如数据更正后修复出了 v3，再声明 v2），直接拒绝并要求重新 find_metric；如果声明的是被优化替代的 v1，它自己的条件成立就接受并提醒改用新修订；没有声明的 SQL 照常执行和审查，但不在条件保证范围内。然后在这条查询的快照上验证 v2 的 4 个条件：快照里正是 store_sales v15、date_dim v7，4 个结果缓存里都有，全部复用，没有执行任何验证查询。为什么要在同一快照？如果 10:00:00 检查通过、10:00:01 别人插入一条重复记录并提交、10:00:02 再执行，答案就错了。MAVRA 把检查和执行放进同一个可重复读的只读事务：快照是查询开始那一刻数据的样子，执行期间别人提交的写入这条查询看不到；如果快照里已经是更新的表版本，就在这个快照上当场验证，不成立就拒绝执行。版本号在写入事务里由触发器更新，所以快照读到的版本恰好对应它看到的数据，论文的引理 1 证明了版本相同时复用验证结果是安全的。第 8 步在同一快照上执行，29 毫秒，结果 26,139,303.60，与参考答案一致；final_answer 里 used: ["r1"] 的 r1 是本次会话的第 1 次查询，不是修订号，所以答案能追溯到查询 #1，再追溯到门店营业额 v2。B 这道题共 4 轮、6 次工具调用。下面一行是并发实验：一万多次使用，没有一次在被破坏的数据上作答；对照是先检查、再另开事务执行，3.8–4.6% 的使用答在了被破坏的数据上。
来源：noctis results/scen-20261008-opt/metric-1791439498065570（metric-global-opt，增量加载阶段 M1-P1：记录的 declared、answer、db 计量；events.append 中电子品类门店营业额与门店营业额的 maintenance 事件）；并发数字来自快照压力测试（论文宏 \Sn*）。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第三项职责：维护与改进。这张图是门店营业额这一条定义的一生，上面一行回顾它怎么来的，下面三行是数据变化后的三种结局，正好对应第 3 页的三种日常写入。第 1、2 步是发布（第 6 页讲过）：内置 agent 用 5 轮、7 次工具调用答对 3 月门店营业额，通过 7 项准入检查，发布 v1，带 3 个条件。第 3 步是改进：规则改写把按年月连接日期表改成按日期键范围过滤。先验证等价——学习时的数据上和当前数据的 14 个期间结果全部相同；再验证更省——同一快照里配对测执行时间，29.1 到 23.3 毫秒，快 19.8%，置信区间整体小于 0。新写法多了一个前提：日期键按月连续，它成为 v2 的第 4 个条件，以后数据变了也要检查。实验里 9 条定义都得到了更快的修订，后来 15 条查询有 9 条照着新写法写。下面三行都从同一个状态开始：store_sales 有一次写入，下次使用 v2 之前先验证它的条件。增量加载：多出 27,095 行，都是新小票号，4 个条件都成立，v2 继续有效——这就是第 7 页那次使用，9 月 2613.9 万，答对。数据更正：旧行保留并标为非当前，多出 65,915 行。粒度检查发现 1,065,915 行只有 1,000,000 个键，v2 失效。第 4 步修复搜索：在取值很少的列上找“列 = 值”的过滤，必须一笔一行且不丢键，只有 ss_is_current = 1 可行；如果有两种过滤都可行（比如一份当前数据、一份备份），MAVRA 不擅自选，失效并交给人。第 5 步回归测试：用学习时那份数据重算 3 月，学习时的 SQL 和 v3 都是 1357.0 万，一致才接受。必须用学习时的数据比：在今天的数据上，学习时的 SQL 本身也算错了（1489.1 万对 v3 的 1342.4 万），会误拒正确的修复。第 6 步发布 v3，9 月 1293.3 万，答对；不维护、沿用 v2 会得 1430.1 万。发现、搜索、回归都在一次 find_metric 里完成，trace 运行中门店营业额的两条同名定义共用了 54.5 秒，之后的请求直接拿到 v3。重复加载：4 个月的销售批次被再装一次，多出 110,165 行，粒度键唯一同样不成立，但在取值很少的列上找不到能恢复唯一性的过滤，定义失效并通知使用方；声明 v2 的查询被拒绝，agent 只能自己从头探索，等重新学到再发布。还有一种情况图里没画：数据只破坏了 v2 新增的前提（比如日期维度重新装载、某个月换了新键，日期键不再按月连续），而 v1 的条件都成立。这时只撤下 v2、恢复 v1，不去搜索修复；实验里 4 条定义都这样回退，之后 20 个答案全对。
来源：noctis results/scen-20261008-opt/metric-1791439498065570（metric-global-opt：优化轮计时；增量加载、数据更正、重复加载三个阶段门店营业额的 maintenance、revoked、repair_* 事件与 M1-P1 答案）；学习与 54.5 秒：noctis results/scen-20261008-trace（metric-global-opt，--trace 逐次记录工具调用；DeepSeek V4.1 Flash）；不维护时的 1430.1 万：results/scen-20261002 dsv41flash-r1-g3fix--schema；回归在今天数据上的对比来自对照实验 dsv41flash-r1-g3fix--exref；v1 回退：论文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表里每种方法都写了做法。没有共享定义：每次自己探索。检索历史示例：把成功的问答存下来，按相似度取回参考，但不检查数据变没变。“每次全部重查”是 MAVRA 的消融：检查与修复完全一样，只是去掉增量复用，每次把定义的条件全部重查一遍。读法：数据没变时，任何共享方法都从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63%。消融和 MAVRA 准确率相同（差的 1 个点来自两种更新上共 3 道题，方向相反），说明准确率来自检查与修复本身，不来自增量复用。增量复用只省时间：受控实验里 19 条共享条件的定义，维护时间降到全部重查的 14%，但按表版本缓存验证结果的通用缓存也能到 17%，所以论文里不把效率当成贡献。73% 不是 100%，剩下的错集中在两种更新：重复加载和日期键格式变更都能检测到，但没有过滤能修好，定义失效，agent 只能自己重新探索，正确率分别是 59% 和 15%；退货状态行、保留旧行的更正、商品维度保留历史版本这三种都能修复，93%–100%。系统层不用大模型，固定学到的定义、只换维护方式：条件覆盖的更新下没有错答，并发下没有误答，回归测试不需要标准答案。性能和负结果：有了共享记忆，没见过的新题每题从 75.6 秒降到 8.5 秒，快 8.9 倍，token 少 39%，每个正确答案的 token 少 70%；单位变化（上游改按分记金额）谁都发现不了，剩下 48% 是本来就不受影响的题，比如问的是变化之前的月份；定义失效又修不好时，使用者自己去修，花的 token 比独自探索还多，这是下一步。
来源：exp/2026-10-02-scenarios-ds（scen-stats.json：MAVRA = metric-global-snap，消融 = metric-global-def，逐种更新的正确率在 per_change）、快照压力测试、exp/2026-10-02-cache-baseline-tpcds、tools/sharing-stats.py（论文宏 \Ds*、\Rp*、\Sn*、\Cb*、\Am*）。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有两类，都是数值本身错了、结构没错，行数和键都没变，四类条件发现不了。一是上游改成按分记金额。二是日期键能连上、但指错了日子：比如门店系统按 UTC 记时间，北京时间 10 月 1 日凌晨 2 点的销售被记成 9 月 30 日 18 点，算进了 9 月；或者迟到的数据按入库那天记日期，而不是按销售那天。这时每个日期键都存在、都只对应一天，日期键唯一和日期键完整性都成立，只是这笔销售被归到了错误的月份。哪一天是真正的销售日，数据库里没有依据，只有源系统知道，要靠和源系统对账来发现。这一条是从条件的定义直接推出的边界（论文命题 1 之后写明），实验里没有专门构造这种更新；单位变化则是实验里的对照。两类都一样：单看数据分不清是真变化还是错误，要靠懂业务的人或数据质量监控；agent 没声明用了哪个修订，也不在保证范围内。两点要分清：MAVRA 不判断业务含义对不对，那需要有人给口径；它也不保证每条 SQL 都对，保护的是声明了受管修订的查询。最后三句话：问题——学到的定义共享出去后会因数据变化悄悄失效，SQL 却不报错；方法——共享记忆层替使用者把住发布、依赖、维护与改进三关；结果——破坏性更新下 73% 对 57%，条件覆盖的更新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交互轮数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3036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2180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也不同于：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指标层由人声明定义，声明的前提（如连接属性）运行时不验证；数据质量测试按表检查人写的约束，不知道哪条定义依赖它。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月门店营业额，每种更新都从原始数据开始，一直沿用最初学到的定义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三种更新都是日常的数据写入，表结构没变、查询照常执行；定义是共享的，所有使用它的 agent 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同样翻倍，一对一错：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增量加载是新小票号，确实多卖了；重复加载是同一批小票号又出现一次——差别只在键有没有重复。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只存定义不够，还要记下它成立的前提（下文叫“条件”），用之前先检查。数据更正一行就是第 5 页的 v2 → v3；账本的“状态”列在真实数据里叫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174" y="960120"/>
            <a:ext cx="9871347" cy="4590288"/>
          </a:xfrm>
          <a:prstGeom prst="rect">
            <a:avLst/>
          </a:prstGeom>
        </p:spPr>
      </p:pic>
      <p:sp>
        <p:nvSpPr>
          <p:cNvPr id="4" name="duty 发布"/>
          <p:cNvSpPr/>
          <p:nvPr/>
        </p:nvSpPr>
        <p:spPr>
          <a:xfrm>
            <a:off x="548640" y="5641848"/>
            <a:ext cx="3401568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5779008"/>
            <a:ext cx="566928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57790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335024" y="567842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答案经确认正确、通过准入检查的定义，连同它成立的条件一起保存</a:t>
            </a:r>
            <a:endParaRPr lang="en-US" sz="1100" dirty="0"/>
          </a:p>
        </p:txBody>
      </p:sp>
      <p:sp>
        <p:nvSpPr>
          <p:cNvPr id="8" name="duty 依赖"/>
          <p:cNvSpPr/>
          <p:nvPr/>
        </p:nvSpPr>
        <p:spPr>
          <a:xfrm>
            <a:off x="4059936" y="5641848"/>
            <a:ext cx="3401568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69664" y="5779008"/>
            <a:ext cx="566928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69664" y="57790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567842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查询声明依据哪个定义的哪一版；条件在这条查询的快照上成立才执行</a:t>
            </a:r>
            <a:endParaRPr lang="en-US" sz="1100" dirty="0"/>
          </a:p>
        </p:txBody>
      </p:sp>
      <p:sp>
        <p:nvSpPr>
          <p:cNvPr id="12" name="duty 维护与改进"/>
          <p:cNvSpPr/>
          <p:nvPr/>
        </p:nvSpPr>
        <p:spPr>
          <a:xfrm>
            <a:off x="7571232" y="5641848"/>
            <a:ext cx="4071823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5779008"/>
            <a:ext cx="1078992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577900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5678424"/>
            <a:ext cx="2681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数据变了替所有使用者重新验证：能修就发新修订，修不好就失效；也发布更快的等价写法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每个月的日期编号首尾相接（条件从哪来见第 6 页）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8795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实验记录（来源见备注）；“快约 20%”为配对测量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大模型把题面、SQL、算式、表元数据整理成一张知识卡（定义存进共享记忆的样子），剥离题目参数（月份）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项检查：① 有业务依据 ② 答案判定正确 ③ 引用的表和列都存在、没写死月份 ④ 当前数据上一笔只一行 ⑤ SQL 符合粒度和连接要求 ⑥ 重跑原 SQL 结果不变 ⑦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被连接表的键唯一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75888"/>
            <a:ext cx="50593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只连接日期表，前两类都落到“日期键唯一”，所以 v1 有 3 个条件；v2 再加“日期键按月连续”（每月日期编号首尾相接），共 4 个。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数值的含义变了它发现不了。例如上游改成按“分”记金额，数值整体 ×100，行数和键都没变（实验里的“单位变化”对照）。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⑦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266" y="960120"/>
            <a:ext cx="10645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788152"/>
            <a:ext cx="11094415" cy="420624"/>
          </a:xfrm>
          <a:prstGeom prst="roundRect">
            <a:avLst>
              <a:gd name="adj" fmla="val 1739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879592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次在违反条件的数据上作答（检查与执行不在同一快照时为 3.8–4.6%）；读延迟不变。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图中的调用、耗时与数值为实验记录，表版本号为示意（来源见备注）。数据为仿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维护与改进：换更快的写法；数据变了就验证、修复或失效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266" y="960120"/>
            <a:ext cx="10645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788152"/>
            <a:ext cx="11094415" cy="420624"/>
          </a:xfrm>
          <a:prstGeom prst="roundRect">
            <a:avLst>
              <a:gd name="adj" fmla="val 1739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879592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改进和修复出的修订都要通过检查，新前提成为条件；实验中 9 条定义都得到更快的修订，执行时间省 15.6%–36.1%。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实验记录，表版本号为示意（来源见备注）。数据为仿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实验结果：共享提高准确率，检查与修复让数据变化后答对最多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· 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消融：同样的检查与修复，去掉增量复用、每次全查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32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轮；没见过的新题每题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MAVRA 73%，检索示例 57%，提示 agent 自行验证也只有 63%；去掉增量复用的消融准确率相同，准确率来自检查与修复本身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剩下的错出在检测到但修不好的两种更新：重复加载 59%、日期键格式变更 15%（定义失效，agent 只能自己探索）；其余三种 93%–100%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系统层（不用大模型，只换维护方式）：条件覆盖的更新下 0 错答（按表结构变化失效 629 错答）；并发写入下 0 次在被破坏的数据上作答；回归不需要标准答案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种更新 = 4 种正常写入 + 5 种破坏性更新 + 备份副本 + 单位变化。破坏性更新：退货状态行、保留旧行的销售更正、重复加载、商品维度保留历史版本、日期键格式变更；单位变化：从某月起上游改按“分”记金额（数值 ×100），条件发现不了，作为对照。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上游改成按“分”记金额（数值 ×100），行数与键不变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日期键能连上，但指错了日子（例：时区换算把 10 月 1 日凌晨的销售记成 9 月 30 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发现不了：每个键都连上唯一的日期，日子对不对数据库里没有依据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57%）；条件覆盖的更新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2026-10-09T10:24:45Z</dcterms:created>
  <dcterms:modified xsi:type="dcterms:W3CDTF">2026-10-09T10:24:45Z</dcterms:modified>
</cp:coreProperties>
</file>