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5c7e1baa-ffb9-b6d4-4fd0-45f0e3caac17}">
          <p14:sldIdLst>
            <p14:sldId id="256"/>
          </p14:sldIdLst>
        </p14:section>
        <p14:section name="问题" id="{fe8caff3-4d6d-9c45-0c7b-2ea9aaa6968a}">
          <p14:sldIdLst>
            <p14:sldId id="257"/>
            <p14:sldId id="258"/>
          </p14:sldIdLst>
        </p14:section>
        <p14:section name="MAVRA" id="{72e322a8-1467-f2dc-83f7-de5adcdbb6a1}">
          <p14:sldIdLst>
            <p14:sldId id="259"/>
            <p14:sldId id="260"/>
          </p14:sldIdLst>
        </p14:section>
        <p14:section name="发布" id="{c7103961-b921-0bb5-1841-6076708e9aea}">
          <p14:sldIdLst>
            <p14:sldId id="261"/>
          </p14:sldIdLst>
        </p14:section>
        <p14:section name="依赖" id="{ba3fcc2a-93a3-6a22-55b9-9424d2e1bc16}">
          <p14:sldIdLst>
            <p14:sldId id="262"/>
          </p14:sldIdLst>
        </p14:section>
        <p14:section name="维护与改进" id="{4fcd8ed8-d1e0-ad97-c64e-abf8825b02ca}">
          <p14:sldIdLst>
            <p14:sldId id="263"/>
          </p14:sldIdLst>
        </p14:section>
        <p14:section name="实验结果" id="{d604ec4e-d8e2-66c0-d30d-cf388be65e8a}">
          <p14:sldIdLst>
            <p14:sldId id="264"/>
          </p14:sldIdLst>
        </p14:section>
        <p14:section name="边界与总结" id="{e72a147f-5935-dfad-0321-1fea1695ce0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也想用；但数据库每天都在更新，学到的规则可能在不知不觉中不再适用，而 SQL 照样能执行。MAVRA 是放在 agent 与数据库之间的中间件：保存 agent 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声明依据的修订，在同一快照上验证后执行。右边三张卡就是 MAVRA 的三项职责，也是论文的三个问题：什么可以发布，何时可以依赖，由谁维护与改进。后面每一节讲一项。agent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表里每种方法都写了做法。没有共享定义：每次自己探索。检索历史示例：把成功的问答存下来，按相似度取回参考，但不检查数据变没变。整定义重查：和 MAVRA 一样的检查与修复，只是每次把定义的条件全部重查一遍。读法：数据没变时，任何共享方法都从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63%。整定义重查和 MAVRA 准确率相同，因为检查方法一样；差别在耗时，MAVRA 只重查受影响的条件，维护耗时是它的 14%。按表版本缓存验证查询也能省下这部分，所以论文里不把效率当成贡献。系统层不用大模型，固定学到的定义、只换维护方式：覆盖的更新下没有错答，并发下没有误答，回归测试不需要标准答案。代价和负结果：建立记忆每轮 18 万 token、不到 5 分钟，按时间 5 道题回本；单位变化谁都发现不了；定义失效又修不好时，使用者自己去修，花的 token 比独自探索还多，这是下一步。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agent 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次误答，建立记忆很快回本。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门店销售的净支付额之和，按销售日期归月”；存进共享记忆的那份叫知识卡。下文统一叫“定义”。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M1-P1；没有共享定义：dsv41flash-r1-a、r2-b、r3-a；MAVRA：r1–r3-g3fix--snap。数据为仿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实验中的真实记录（门店营业额）：数据库持续更新，一直沿用最初学到的定义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三种更新都是日常的数据写入，表结构没变，查询照常执行：agent 会自信地给出错误答案；定义被所有 agent 共享，一处失效，所有使用方同时出错。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只存定义不够，还要记下它成立的前提（下文叫“条件”），用之前先检查。“数据更正”这一行就是第 5 页 v2 → v3 要解决的情况；账本里的“状态”列，在真实数据里叫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依赖（放心使用）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什么时候可以用它：使用时说明依据哪个定义的哪一版，MAVRA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39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每个月的日期编号首尾相接（详见第 6 页）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项检查：有业务依据 · 答案判定正确 · 引用的表和列都存在、没写死月份 · 当前数据上一笔只一行 · SQL 符合粒度和连接要求 · 重跑原 SQL 结果不变 ·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v3（若用今天的数据比：1489.1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MAVRA 相同的检查与修复，但每次全部重查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轮；建立记忆每轮 18.1 万 token、283 s，按时间 5 道题、按 token 26 道题后回本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63%；整定义重查准确率相同（同样的检查），MAVRA 的维护耗时只有它的 14%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系统层（不用大模型，只换维护方式）：覆盖的更新下 0 错答（按表结构变化失效 629 错答）；并发写入下 0 次在被破坏的数据上作答（先检查后执行 3.8–4.6%）；回归不需要标准答案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2、日期键格式变更；单位变化：从某月起金额乘以 100。来源：exp/2026-10-02-*、快照压力测试、tools/sharing-stats.py（论文宏 \Ds*、\Rp*、\Sn*、\Am*）。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次在被破坏的数据上作答；建立记忆按时间 5 道题后回本。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2026-10-08T12:19:10Z</dcterms:created>
  <dcterms:modified xsi:type="dcterms:W3CDTF">2026-10-08T12:19:10Z</dcterms:modified>
</cp:coreProperties>
</file>