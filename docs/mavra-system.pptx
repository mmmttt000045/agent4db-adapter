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814cf3d3-a6d0-9665-6660-497f229552ad}">
          <p14:sldIdLst>
            <p14:sldId id="256"/>
          </p14:sldIdLst>
        </p14:section>
        <p14:section name="问题" id="{6f7b1fa6-9fae-c3f7-c0e4-02a32fd26103}">
          <p14:sldIdLst>
            <p14:sldId id="257"/>
            <p14:sldId id="258"/>
          </p14:sldIdLst>
        </p14:section>
        <p14:section name="MAVRA" id="{f5270270-d4b8-9563-9a36-4c2744b955a9}">
          <p14:sldIdLst>
            <p14:sldId id="259"/>
            <p14:sldId id="260"/>
          </p14:sldIdLst>
        </p14:section>
        <p14:section name="检查什么" id="{b732257b-2006-a140-d742-80def715a5dd}">
          <p14:sldIdLst>
            <p14:sldId id="261"/>
            <p14:sldId id="262"/>
          </p14:sldIdLst>
        </p14:section>
        <p14:section name="何时检查" id="{b6ffe290-acfd-76fc-f658-168899c0a979}">
          <p14:sldIdLst>
            <p14:sldId id="263"/>
            <p14:sldId id="264"/>
          </p14:sldIdLst>
        </p14:section>
        <p14:section name="失败后怎么办" id="{3108f627-a670-1543-1a17-2809ed040ce8}">
          <p14:sldIdLst>
            <p14:sldId id="265"/>
            <p14:sldId id="266"/>
          </p14:sldIdLst>
        </p14:section>
        <p14:section name="真实记录" id="{5e0178b8-4ebb-3932-6dc0-50fabf8e27c1}">
          <p14:sldIdLst>
            <p14:sldId id="267"/>
          </p14:sldIdLst>
        </p14:section>
        <p14:section name="实验结果" id="{bc6525e9-76e5-e9cb-255e-0adb266b8a04}">
          <p14:sldIdLst>
            <p14:sldId id="268"/>
            <p14:sldId id="269"/>
          </p14:sldIdLst>
        </p14:section>
        <p14:section name="边界与总结" id="{a455127e-09de-aaff-29a5-94740b219d3e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很多数据智能体在同一个数据库上工作。一个智能体学会了怎么算“营业额”，别的智能体也想用；但数据库每天都在更新，学到的规则可能在不知不觉中不再适用，而 SQL 照样能执行。MAVRA 是放在智能体与数据库之间的中间件：保存智能体学到的规则，记住规则成立的条件，在规则被使用时保证条件在实际执行的数据上仍然成立，条件被破坏时修复或禁用。顺序：问题 → MAVRA 做的三件事 → 放在哪里 → 规则怎样存进去 → 检查什么 → 何时检查 → 失败后怎么办 → 一个完整的真实例子 → 实验 → 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先说清楚这不是一个 Text-to-SQL 工作。Text-to-SQL 研究的是翻译：给定自然语言问题和数据库模式，生成一条 SQL，评价这条 SQL 对不对；它是无状态的，每个问题独立处理，不保留任何结果。MAVRA 不生成 SQL。它位于智能体与数据库之间，智能体对数据库的访问都经由它转发；它关注的是智能体在探索中获得的知识——营业额对应哪一列、两张表怎么连——如何持久化、如何共享、数据更新后是否仍然有效。下面是实验记录：题目只给“门店营业额”这个名称，无共享定义的智能体三次独立求解，两次选了折扣前的扩展销售额，错；一次选了净支付额，对。选哪一列是业务口径，模式里没有，Text-to-SQL 每次重新猜，答案不稳定。接入 MAVRA 后检索到共享的定义，三次都对，3 轮完成。所以两者处于不同层次：任何 Text-to-SQL 模型都可以作为用户智能体接在 MAVRA 上面。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先用一个示意的小账本。第一天三笔订单，规则“把每笔销售金额加起来”算出 600 元，正确。第二天订单 002 被更正为 250 元，数据仓库常见的做法是旧行不删、标记为非当前，再插入一行新的。沿用规则会把 200 和 250 都加进去，得到 850 元，正确答案是 650 元。注意：规则没有算错，是规则的前提“每个订单号只有一行”不再成立了。下半是实验里的真实记录：增量加载没问题；数据更正后沿用定义多算 137 万；重复加载让 9 月翻倍。三种更新都是普通 DML，表结构没变，查询不报错，智能体会非常自信地给出错误答案；而定义是共享的，一处失效所有智能体一起错。这就是 MAVRA 要解决的问题。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 MAVRA 想成一个很认真的账本管理员，它做三件事。第一，记住规则成立的条件——比如每个订单号只能对应一笔有效销售。这对应论文的第一个问题：检查什么。第二，使用规则前检查条件，而且是在这条查询实际执行的那份数据快照上检查。对应第二个问题：何时检查。第三，条件不成立时，有唯一可靠的修法就修，否则禁止使用并通知。对应第三个问题：检查失败了怎么办。整篇论文可以理解为给这三个问题各设计了一个可靠的答案。下面这条逻辑链是整个汇报的主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原来智能体直接访问数据库，现在 MAVRA 放在中间，不替代智能体，也不替代数据库。智能体看到的是一组工具：列出表、描述表、查询连接路径、检索指标定义、执行 SQL。图中蓝色 1–5 是检索指标定义：智能体只说“营业额”，查询服务从共享记忆读出定义；表版本变了，缺少验证结果的条件交给维护执行，结果写入缓存，再返回有效修订 v2。橙色 6–8 是执行 SQL：智能体声明依赖 v2，执行前验证复用缓存，在同一快照上执行。紫色是学习：内置智能体学到的定义通过准入检查后写入。MAVRA 记四类记忆：有什么表什么列、表之间怎么连、学会过哪些计算规则、这些规则依赖的条件最近检查是否通过。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一条规则不是学到就直接相信，要走准入流程，像加入竞赛队要审核。内置智能体拿到一道给定业务口径的学习任务，写出 SQL，答案正确。这一步 MAVRA 自己不能凭空知道业务规则对不对：实验里用参考答案，实际公司里由负责这个指标的人确认一次。然后把零散的学习过程整理成一张知识卡，分两部分：给智能体看的“怎么算”，和 MAVRA 自己保管的“什么时候这样算是安全的”——验证条件、学习证据、表版本、使用者。再过七道检查。第七道尤其重要：只凭这张知识卡重新编译出的 SQL 必须得到同样答案，因为别的智能体读到的只有这张卡，原来的智能体心里知道要过滤而卡上没写，后来的智能体就会算错。七道都通过才发布 v1。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MAVRA 从定义里推出四类条件。粒度键唯一：每件事情只登记一次，检查行数是否等于不同键的数量，当然要在定义的过滤之下算。连接基数：连接其他表时不能把一行变两行，比如门店表里同一个门店出现两次，一笔 100 元就会被算成 200 元；所以连接“1”那一侧的键必须唯一。日期角色：一个日期键只能连出一个日期，而且要按定义指定的日期，销售日不能和退货日混。日期键完整性：关联不上日期的记录会从按月统计里消失，学习时有 1.03%，允许 0.1 个百分点的容差，突然变成 8% 就不正常。论文的充分性命题说：这四类条件都成立，规范 SQL 就把每笔业务事件恰好计一次。但它不保证一切，比如金额换了单位，行数和键都没变，发现不了——实验里的单位变化就是这个对照。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 个智能体每天都要查营业额，不能每问一次就把几百万行从头检查一遍。两个办法。一是给每张表盖版本章：9 点在版本 10 上验证通过并记下来；10 点另一个智能体来用，版本没变，直接复用；下午 2 点有写入，版本变成 11，旧结论不再适用，等有人用时再重新验证受影响的条件。版本必须可靠：由语句级触发器在写入事务内更新，看到写入就一定看到版本变化；PostgreSQL 自带的修改统计做不到这一点。二是惰性维护：更新后不立即重验所有规则，使用时只验相关的条件。但还有一个最容易被忽视的问题：10:00:00 检查通过，10:00:01 别人插入一条重复记录，10:00:02 执行查询就错了。检查正确不代表使用时还正确。MAVRA 用事务快照解决：在同一个可重复读的只读事务里读版本、验证条件、执行 SQL，相当于给账本拍一张照片，检查和计算都在这张照片上。引理 1 说明什么时候可以复用验证结论。实验里并发写入下 11,297 次使用没有一次在被破坏的数据上作答。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上方是检索指标定义：名称匹配到“门店营业额”（电子品类的同名定义一并返回，由智能体按口径选择）；比较 store_sales 的表版本（14 → 15）；逐个条件查缓存：“粒度键唯一”电子品类刚验证过，复用；date_dim 未变，复用；“日期键完整性”在版本 15 上没有结果，执行验证并写入缓存；返回有效修订 v2。中间是验证结果缓存：按（条件，表版本）存储，写入者和复用步骤都标出来了。下方是执行 SQL：先检查声明的 v2 是否有效；再在查询快照上验证——期间又有更新，表版本已是 16，两个条件在快照内重新验证并写入缓存；最后在同一快照上执行，得到 1293.3 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回到订单 002。MAVRA 发现订单号重复，一行是旧记录，一行是当前记录。它去找一个过滤谓词：只保留 ss_is_current = 1，过滤后订单不再重复，总额 650 元。但不能看到一个像样的条件就用。候选必须满足两件事：过滤后每个键恰好一行；原来的键一个不丢——“只保留金额大于 200”也能去重，但 100 元的订单没了，这不叫修复。还要唯一：如果 is_current 和 is_backup 两个过滤都通过，表结构说不出哪份是业务事实，MAVRA 不擅自选，定义失效，交给人确认。宁可说不知道怎么安全地修，也不猜。修复通过结构检查之后还要考一次试：像换一种解法重做老师判过的那道题，答案必须一样。必须用当初那份数据，因为今天的数据已经变了，当初的 SQL 在上面同样过期，我们实际跑过：按当前数据比，正确的修复会被拒绝。通过后发布 v2，v1 失效。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把前面几页串在一张图上。内置智能体求解“3 月门店营业额”，判定正确、准入检查通过，发布 v1。增量加载：条件仍成立，其他定义复用验证结果，仍为 v1。数据更正：旧行标记为非当前，插入当前行——粒度键唯一不成立，v1 失效，不处理会把新旧版本都算进去。修复搜索只有 ss_is_current = 1 可行；按学习时刻重算 3 月，结果一致，发布 v2。红框是另一种结果：批次重复加载，没有谓词能恢复唯一性，定义失效并通知使用方，等待重新学习。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把整套系统的合作串起来。三条共享定义——电子品类营业额、门店营业额、退货率——都依赖同一张销售表。数据更正之后：第一个智能体来检索电子品类营业额，MAVRA 发现表版本变了，一验证，106 万行只有 100 万个键，重复了，v1 失效；修复搜索找到唯一可行的谓词，四项检查通过，发布 v2，共 28.7 秒。第二个智能体来检索门店营业额，依赖同一张表、同一个条件、同一个版本，验证结果和修复直接复用，45.8 毫秒。退货率要连接销售表，连接路径现在也要求这个谓词，同样修复。最后相关智能体收到通知，按新修订写 SQL，答案正确。这页的重点不是快，而是一个智能体发现的问题修好后，所有相关智能体得到一致的新知识。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端到端实验：DeepSeek V4.1 Flash 智能体，每种方法独立运行 3 次，15 道留出题，再加 11 种数据更新。共享本身的收益：数据未变时准确率从 49% 到 100%，轮数和 token 都下降——任何共享方法都有这个收益，不是 MAVRA 独有。维护的收益：更新后从 75% 到 81%，5 种破坏性更新下从 59% 到 73%；检索历史示例即使提示它自行验证也只有 63%。MAVRA 与整定义重查答案相同，差异来自各次运行学到的定义不同。两个对照：单位变化不违反任何条件，所有方法同样过期，与命题的范围一致；备份副本下修复有歧义，MAVRA 按规则使定义失效，检索示例碰巧答对，这是如实保留的负结果。这些数字来自我们设定的实验，不是说在所有数据库和模型上都能达到。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系统层实验不用大模型：固定各次运行学到的定义库，只改变维护方式，比较的是机制本身。配对回放：合成数据 1,470 题次，MAVRA 在覆盖的更新下没有错答，99 个错答全部是单位变化这个对照；按模式变更失效有 629 个错答。TPC-DS 上用 99 个查询模板导出的定义，结论一致。同快照验证：并发写入下 11,297 次使用没有一次在违反条件的数据上作答，先检查后执行有 3.8% 到 4.6%。修复的回归基准：按学习时刻比较，修复成功的数量与使用标准答案参照完全相同；按当前数据比较会误拒正确的修复。维护成本：19 条定义时为整定义重查的 14%，因为很多定义依赖同一张表的同一个条件；但按表版本缓存验证查询也能得到同样的节省，所以效率不是本文的贡献，贡献在于检查什么、何时可以依赖检查结果、失败后怎么办。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MAVRA 是严谨的管理员，但不是无所不知。能做的：旧记录有唯一的当前标志，检测并修复；整批重复加载，检测但修不了，失效并通知；主表和备份都合理，不擅自选，交给人。做不到的：金额换了单位、日期键指向错误日期，行数和键都没变，四类条件发现不了；智能体没声明用了哪个修订，也不在保证范围内。两点要分清：MAVRA 不判断业务含义对不对，那需要有人给口径；它也不保证每条 SQL 都对，保护的是声明了受管修订的查询。最后三句话：问题——学会的规则会因数据变化而失效，SQL 却不报错；方法——保存规则成立的条件，使用时在实际执行的快照上保证成立；贡献——只有唯一且通过回归测试的修复才发布，否则失效，不让错误知识传播。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7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1094415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109441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MAVRA：数据智能体与数据库之间的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记忆中间件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共享智能体学到的计算规则 · 记住规则成立的条件 · 数据变化后仍然正确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Text-to-SQL 与 MAVRA：不同层次的问题</a:t>
            </a:r>
            <a:endParaRPr lang="en-US" sz="2800" dirty="0"/>
          </a:p>
        </p:txBody>
      </p:sp>
      <p:sp>
        <p:nvSpPr>
          <p:cNvPr id="3" name="card Text-to-SQL"/>
          <p:cNvSpPr/>
          <p:nvPr/>
        </p:nvSpPr>
        <p:spPr>
          <a:xfrm>
            <a:off x="548640" y="1051560"/>
            <a:ext cx="5364328" cy="2331720"/>
          </a:xfrm>
          <a:prstGeom prst="roundRect">
            <a:avLst>
              <a:gd name="adj" fmla="val 470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170432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Text-to-SQL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481328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将自然语言问题翻译为 SQL 查询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11680"/>
            <a:ext cx="403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自然语言问题 + 数据库模式（可附示例查询）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5915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359152"/>
            <a:ext cx="403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 SQL 查询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70662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706624"/>
            <a:ext cx="403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无状态：每个问题独立处理，不保留结果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05409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054096"/>
            <a:ext cx="403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单条查询的正确性</a:t>
            </a:r>
            <a:endParaRPr lang="en-US" sz="1400" dirty="0"/>
          </a:p>
        </p:txBody>
      </p:sp>
      <p:sp>
        <p:nvSpPr>
          <p:cNvPr id="14" name="card MAVRA"/>
          <p:cNvSpPr/>
          <p:nvPr/>
        </p:nvSpPr>
        <p:spPr>
          <a:xfrm>
            <a:off x="6278728" y="1051560"/>
            <a:ext cx="5364328" cy="2331720"/>
          </a:xfrm>
          <a:prstGeom prst="roundRect">
            <a:avLst>
              <a:gd name="adj" fmla="val 4706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98768" y="1170432"/>
            <a:ext cx="4724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98768" y="1481328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智能体与数据库之间的记忆中间件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598768" y="201168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284568" y="2011680"/>
            <a:ext cx="403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智能体对数据库的全部访问经由它转发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98768" y="235915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284568" y="2359152"/>
            <a:ext cx="403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智能体获得的数据库知识：表统计、连接路径、指标定义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98768" y="270662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84568" y="2706624"/>
            <a:ext cx="403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跨智能体、跨会话共享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98768" y="305409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284568" y="3054096"/>
            <a:ext cx="403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已有知识在当前数据上的有效性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4747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实验记录：同一问题“9 月的门店营业额是多少？”（只给名称）三次独立求解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  <a:gridCol w="1828800"/>
                <a:gridCol w="1036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所选度量列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答案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轮数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无共享定义 · 第 1、2 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ss_ext_sales_price（扩展销售额，折扣前）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539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1413.8 万 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无共享定义 · 第 3 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ss_net_paid（净支付额）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1307.0 万 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5B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 MAVRA · 3 次结果一致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ss_net_paid（检索到共享的指标定义）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1307.0 万 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BF0E2"/>
          </a:solidFill>
          <a:ln w="12700">
            <a:solidFill>
              <a:srgbClr val="FBF0E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5394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两者处于不同层次：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 Text-to-SQL 模型或数据智能体都可以作为用户智能体接入 MAVRA。MAVRA 不生成 SQL；它提供经过验证的知识，并在查询执行前验证其有效性。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业务口径不在模式中：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Text-to-SQL 每次重新推断选哪一列，同一问题的答案不稳定；共享已验证的定义后，答案一致且轮数更少。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263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记录：noctis results/scen-20261002，留出任务 M1-P1；无共享定义：dsv41flash-r1-a、r2-b、r3-a；MAVRA：r1–r3-g3fix--snap。数据为仿 TPC-DS 的合成零售数据（store_sales 100 万行），题目中的年份略去。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问题：共享的计算规则会因数据变化而失效，而 SQL 不报错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第一天（示意）：规则“营业额 = 每笔销售金额之和”成立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订单号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001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 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002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 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003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 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2788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按规则计算：600 元 ✓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263640" y="1005840"/>
            <a:ext cx="5379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第二天：订单 002 更正为 250 元，旧行保留并标记为非当前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325880"/>
          <a:ext cx="537941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25447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订单号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001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 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002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 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5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旧记录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002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250 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003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 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263640" y="3017520"/>
            <a:ext cx="5379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539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沿用规则：850 元 ✗（旧行也被计入）　正确答案：650 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规则本身没有错，错的是规则的前提“每个订单号只有一行”不再成立。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3657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实验中的真实记录：定义发布后数据库持续更新，沿用已发布的定义（对照组）</a:t>
            </a:r>
            <a:endParaRPr lang="en-US" sz="15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577840"/>
                <a:gridCol w="1371600"/>
                <a:gridCol w="29562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数据库中的变化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参考答案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沿用已发布的定义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增量加载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追加新销售记录（新小票号），+27,095 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2613.9 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2613.9 万 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数据更正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旧行保留并标记为非当前，插入九折后的当前行，65,915 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1293.3 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539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1430.1 万 ✗  新旧版本重复计入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重复加载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个月的销售批次被再次加载，+110,165 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1307.0 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539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2613.9 万 ✗  9 月重复计入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5394960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FBF0E2"/>
          </a:solidFill>
          <a:ln w="12700">
            <a:solidFill>
              <a:srgbClr val="FBF0E2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22960" y="548640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三种更新都是普通 DML，模式未变，查询仍成功执行：智能体会自信地给出错误答案；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规则被所有智能体共享：一处失效，所有使用方同时出错。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6263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上半为示意例子；下半来自 noctis results/scen-20261002，dsv41flash-r1–r3-g3fix--schema（仅在模式变更时使定义失效，3 次运行答案相同）。数据为仿 TPC-DS 的合成零售数据（store_sales 100 万行），题目中的年份略去。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做三件事，对应论文的三个问题</a:t>
            </a:r>
            <a:endParaRPr lang="en-US" sz="2800" dirty="0"/>
          </a:p>
        </p:txBody>
      </p:sp>
      <p:sp>
        <p:nvSpPr>
          <p:cNvPr id="3" name="card 记住规则成立的条件"/>
          <p:cNvSpPr/>
          <p:nvPr/>
        </p:nvSpPr>
        <p:spPr>
          <a:xfrm>
            <a:off x="548640" y="1143000"/>
            <a:ext cx="3515258" cy="3200400"/>
          </a:xfrm>
          <a:prstGeom prst="roundRect">
            <a:avLst>
              <a:gd name="adj" fmla="val 3429"/>
            </a:avLst>
          </a:prstGeom>
          <a:solidFill>
            <a:srgbClr val="EFECF7"/>
          </a:solidFill>
          <a:ln w="12700">
            <a:solidFill>
              <a:srgbClr val="EFEC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17320"/>
            <a:ext cx="457200" cy="457200"/>
          </a:xfrm>
          <a:prstGeom prst="ellipse">
            <a:avLst/>
          </a:prstGeom>
          <a:solidFill>
            <a:srgbClr val="6A58A3"/>
          </a:solidFill>
          <a:ln w="12700">
            <a:solidFill>
              <a:srgbClr val="6A58A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17320"/>
            <a:ext cx="2372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A5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记住规则成立的条件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1168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检查什么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29666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从定义推出四类验证条件：粒度键唯一、连接基数 N:1、日期角色、日期键完整性。条件与学习证据、表版本一起保存——不仅记住公式，还记住公式为什么成立。</a:t>
            </a:r>
            <a:endParaRPr lang="en-US" sz="1400" dirty="0"/>
          </a:p>
        </p:txBody>
      </p:sp>
      <p:sp>
        <p:nvSpPr>
          <p:cNvPr id="9" name="card 使用前在实际执行的快照上检查"/>
          <p:cNvSpPr/>
          <p:nvPr/>
        </p:nvSpPr>
        <p:spPr>
          <a:xfrm>
            <a:off x="4338218" y="1143000"/>
            <a:ext cx="3515258" cy="3200400"/>
          </a:xfrm>
          <a:prstGeom prst="roundRect">
            <a:avLst>
              <a:gd name="adj" fmla="val 3429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2538" y="1417320"/>
            <a:ext cx="457200" cy="457200"/>
          </a:xfrm>
          <a:prstGeom prst="ellipse">
            <a:avLst/>
          </a:prstGeom>
          <a:solidFill>
            <a:srgbClr val="1D5BA6"/>
          </a:solidFill>
          <a:ln w="12700">
            <a:solidFill>
              <a:srgbClr val="1D5B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2538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206898" y="1417320"/>
            <a:ext cx="2372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使用前在实际执行的快照上检查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201168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何时检查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2538" y="2423160"/>
            <a:ext cx="29666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表版本未变：复用已有的验证结果；已变：在这条查询自己的快照内重新验证，通过后在同一快照上执行。检查结果按（条件，表版本）缓存，跨定义、跨智能体共享。</a:t>
            </a:r>
            <a:endParaRPr lang="en-US" sz="1400" dirty="0"/>
          </a:p>
        </p:txBody>
      </p:sp>
      <p:sp>
        <p:nvSpPr>
          <p:cNvPr id="15" name="card 唯一修复，否则失效"/>
          <p:cNvSpPr/>
          <p:nvPr/>
        </p:nvSpPr>
        <p:spPr>
          <a:xfrm>
            <a:off x="8127797" y="1143000"/>
            <a:ext cx="3515258" cy="3200400"/>
          </a:xfrm>
          <a:prstGeom prst="roundRect">
            <a:avLst>
              <a:gd name="adj" fmla="val 3429"/>
            </a:avLst>
          </a:prstGeom>
          <a:solidFill>
            <a:srgbClr val="FBF0E2"/>
          </a:solidFill>
          <a:ln w="12700">
            <a:solidFill>
              <a:srgbClr val="FBF0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02117" y="1417320"/>
            <a:ext cx="457200" cy="457200"/>
          </a:xfrm>
          <a:prstGeom prst="ellipse">
            <a:avLst/>
          </a:prstGeom>
          <a:solidFill>
            <a:srgbClr val="B5671A"/>
          </a:solidFill>
          <a:ln w="12700">
            <a:solidFill>
              <a:srgbClr val="B567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02117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996477" y="1417320"/>
            <a:ext cx="2372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567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唯一修复，否则失效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402117" y="201168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检查失败了怎么办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402117" y="2423160"/>
            <a:ext cx="296661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恰好一个通过检查的修复：按学习时刻做回归测试，通过后发布新修订。没有或不止一个：定义失效，通知使用方，交给人确认——宁可说“不知道怎么安全地修”，也不猜一个答案。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66344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整条逻辑链：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学到规则 → 记住它成立的条件 → 数据变化 → 使用前检查 → 安全则继续使用 → 不安全则尝试修复 → 修不好则失效并通知使用方。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不生成 SQL，也不判断业务含义；它保护的是“已经学会的规则在当前数据上还能不能用”。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放在哪里：智能体与数据库之间的中间件</a:t>
            </a:r>
            <a:endParaRPr lang="en-US" sz="2800" dirty="0"/>
          </a:p>
        </p:txBody>
      </p:sp>
      <p:pic>
        <p:nvPicPr>
          <p:cNvPr id="3" name="overview" descr="/home/zhanhao/mingtai/ppt/agentdb-mid/tools/deck/figures/overview-z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2279" y="1051560"/>
            <a:ext cx="8947138" cy="4160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539496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智能体看到的是工具：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list_tables · describe_table · join_path · find_metric · run_sql（声明所依赖的指标修订）。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记四类记忆：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表统计信息、连接路径、指标定义、验证结果。最重要的是后两类：不仅记住公式，还记住公式成立的条件和最近一次检查是否通过。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一条规则怎样存进去：准入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5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学习任务（给定业务口径）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EFECF7"/>
          </a:solidFill>
          <a:ln w="12700">
            <a:solidFill>
              <a:srgbClr val="EFEC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8988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月的门店营业额是多少？口径：门店营业额 = 门店销售行的净支付额（store_sales.ss_net_paid）之和，按销售日期归属期间。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内置智能体 5 轮写出 SQL，答案 13,570,368.70 与参考答案一致 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大模型将求解轨迹抽取为结构化定义（16.3 秒），7 项准入检查（5.7 秒）通过后发布为修订 v1。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写入记忆的定义（知识卡）v1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52120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886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给智能体看的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度量 SUM(ss_net_paid)，无过滤谓词；粒度：销售日 × 小票号 × 商品；按销售日关联 date_dim；注意：不含税，内连接会排除 1.03% 未匹配行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MAVRA 保管的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验证条件：粒度键唯一、日期键唯一、日期键完整性；学习证据（学习时的 SQL、答案、表版本）、状态、修订号、使用者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53492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智能体需要知道“怎么算”；MAVRA 需要知道“什么时候这样算是安全的”。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080760" y="1005840"/>
            <a:ext cx="5562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5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项准入检查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1325880"/>
          <a:ext cx="556229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8249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通俗地说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业务依据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规则有明确的业务口径，不是推测的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答案判定正确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当初的答案经独立判定是对的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静态合法性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列存在；连接沿已验证路径；没把题目里的月份写死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粒度成立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当前快照上粒度键唯一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SQL 审查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示例查询符合记录的粒度与连接要求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重放示例 SQL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当初的 SQL 重新执行，结果不变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重放规范 SQL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只凭这张知识卡编译出的 SQL 也得到同样答案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080760" y="4343400"/>
            <a:ext cx="5562295" cy="1600200"/>
          </a:xfrm>
          <a:prstGeom prst="roundRect">
            <a:avLst>
              <a:gd name="adj" fmla="val 4571"/>
            </a:avLst>
          </a:prstGeom>
          <a:solidFill>
            <a:srgbClr val="EFECF7"/>
          </a:solidFill>
          <a:ln w="12700">
            <a:solidFill>
              <a:srgbClr val="EFECF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355080" y="4434840"/>
            <a:ext cx="501365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A5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项最重要：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其他智能体读到的只有这张知识卡。原来的智能体心里知道要过滤，知识卡没写，后来的智能体仍会算错。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A5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项在部署中：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实验用参考答案；部署中由指标负责人确认一次。此后维护与修复不再需要参考答案。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263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记录：noctis results/scen-20261002/dsv41flash-r1-g3fix--snap（端到端实验第 1 次 MAVRA 运行）。数据为仿 TPC-DS 的合成零售数据（store_sales 100 万行），题目中的年份略去。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检查什么：从定义推出的四类验证条件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3749040"/>
                <a:gridCol w="29562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条件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通俗地说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示意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检查方式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5B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粒度键唯一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一件事不登记两次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行只有 2 个订单号：002 出现了两次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行数 = 不同键数（在定义的过滤谓词之下）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5B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连接基数 N:1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连接其他表不能把一行变两行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门店表里门店 A 出现两次，一笔 100 元的销售连接后变成 200 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连接“1”侧的键唯一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5B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日期角色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一个日期键只连出一个日期，且按定义指定的日期（销售日而非退货日）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销售日期键在日期维度中只有一行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日期维键唯一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5B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日期键完整性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不能突然有大量记录找不到日期而漏算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学习时 1.03% 的销售行关联不上日期；变成 8% 就不正常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未匹配率 ≤ 学习时 + 0.1 个百分点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434840"/>
            <a:ext cx="11094415" cy="1600200"/>
          </a:xfrm>
          <a:prstGeom prst="roundRect">
            <a:avLst>
              <a:gd name="adj" fmla="val 457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4526280"/>
            <a:ext cx="1054577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充分性命题（命题 1）：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业务前提成立且四类条件都成立时，规范 SQL 对每个期间把每笔业务事件恰好计一次；漏算只限于找不到日期键的那部分，并由完整性条件限定比例。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539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它不保证一切：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金额从元改成美元、日期键有效但指向错误日期——行数和键都没变，这四类条件发现不了。实验里的“单位变化”就是这样的对照。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何时检查：表版本、惰性维护，以及为什么要在同一快照内执行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表版本 + 验证结果缓存：没变的数据不重复检查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5778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store_sales 版本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9:00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执行验证，记录“版本 10 上粒度键唯一”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10:00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另一智能体使用：版本相同，直接复用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14:00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有写入提交：旧结果不再适用，首次使用时重新验证受影响的条件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06324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表版本由语句级触发器在写入事务内更新（分片计数器）：快照看到写入时一定也看到版本变化；DML 统计这类信号既不随事务提交也不即时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惰性维护：更新后不立即全量重验，定义首次被使用时只重新验证与变化表相关的条件；实验中增量加载后 6 条定义仅执行 2 次验证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46520" y="1005840"/>
            <a:ext cx="5196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7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为什么还要同一快照：检查通过 ≠ 执行时仍然成立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325880"/>
          <a:ext cx="519653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19069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发生了什么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10:00:00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验证通过：粒度键唯一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10:00:01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另一事务插入一行重复记录并提交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10:00:02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执行查询：在已被破坏的数据上作答，答案错误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446520" y="3063240"/>
            <a:ext cx="51965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的做法：run_sql 打开 REPEATABLE READ、READ ONLY 事务，在同一快照内读表版本、复用或重新验证条件、执行业务 SQL——其他人此时修改真实数据，不影响这条查询看到的那份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引理 1：若两个快照看到的表版本相同，且每次写表都在同一事务内更新版本，则该版本上的验证结论可以安全复用——保证的是缓存复用安全，而不是“版本号相同就一定没事”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48463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493776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并发写入下 11,297 次使用，MAVRA 0 次在违反条件的数据上作答；先检查后执行 3.8–4.6%；读延迟不变。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263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时刻为示意；版本机制与引理见论文第 6 节；并发数字来自快照压力测试（\Sn* 宏），增量加载的验证次数来自 noctis results/scen-20261002/dsv41flash-r1-g3fix--snap（端到端实验第 1 次 MAVRA 运行）。数据为仿 TPC-DS 的合成零售数据（store_sales 100 万行），题目中的年份略去。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读取与使用：一次请求的处理路径</a:t>
            </a:r>
            <a:endParaRPr lang="en-US" sz="2800" dirty="0"/>
          </a:p>
        </p:txBody>
      </p:sp>
      <p:pic>
        <p:nvPicPr>
          <p:cNvPr id="3" name="lookup" descr="/home/zhanhao/mingtai/ppt/agentdb-mid/tools/deck/figures/lookup-z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199" y="1097280"/>
            <a:ext cx="10587297" cy="5257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检查失败了怎么办：唯一修复，按学习时刻回归，否则失效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7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修复：找一个谓词，恢复“每个键一行”且不丢键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577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订单号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ss_is_current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001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 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002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250 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003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 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27432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 ss_is_current = '1' 之后：650 元 ✓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修复搜索在低基数列上枚举等值谓词，候选必须同时满足：过滤后每个键恰好一行；原有的键一个不丢（“只保留金额 &gt; 200”能去重，但丢了订单 001，不算修复）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唯一性：若 is_current = 1 与 is_backup = 1 都通过检查，表结构说不出哪一份是业务事实——不擅自选择，定义失效并交给人确认（实验中的“备份副本”）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46520" y="1005840"/>
            <a:ext cx="5196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回归测试：新定义要在学习时的数据上复现当初的答案</a:t>
            </a:r>
            <a:endParaRPr lang="en-US" sz="15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325880"/>
          <a:ext cx="519653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43000"/>
                <a:gridCol w="1143000"/>
                <a:gridCol w="144749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比较所用的数据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学习时的 SQL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修复后的 v2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学习时刻 as-of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1357.0 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1357.0 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 → 发布 v2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当前数据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1489.1 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1342.4 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539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不一致 → 误拒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446520" y="2743200"/>
            <a:ext cx="51965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像换一种解法重做老师已经判过的那道题：答案必须相同。但必须用当初那份数据——今天的数据已经变了，学习时的 SQL 在上面同样过期（把旧行也算进去得 1489.1 万），比不出新解法对不对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学习时的答案是唯一被确认过的答案，所以修复不需要参考答案。数据仓库用时间旅行查询（FOR SYSTEM_TIME AS OF）取学习时刻的数据，原型保留学习时的副本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484632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49377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 v2 之后：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失效，声明 v1 的查询被拒绝；修复期间到达的请求等待结果；其他定义遇到相同的条件失败直接复用验证结果与修复；修不好的定义失效并通知使用方，等学到新证据再发布。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263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上表为示意；回归测试数字来自 noctis results/scen-20261002/dsv41flash-r1-g3fix--snap（端到端实验第 1 次 MAVRA 运行）。“当前数据”一行来自对照实验 dsv41flash-r1-g3fix--exref（系统记录：“结果 13423672.28 与期望 14890636.48 不一致”）。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一条定义的生命周期：学习、维护、修复、失效</a:t>
            </a:r>
            <a:endParaRPr lang="en-US" sz="2800" dirty="0"/>
          </a:p>
        </p:txBody>
      </p:sp>
      <p:pic>
        <p:nvPicPr>
          <p:cNvPr id="3" name="lifecycle" descr="/home/zhanhao/mingtai/ppt/agentdb-mid/tools/deck/figures/lifecycle-z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74149"/>
            <a:ext cx="11094415" cy="406962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534924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修订规则：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同结构再次学到 → 为原定义记一次佐证；同名不同结构 → 并存，由智能体依据口径选择；其他定义遇到相同的条件失败 → 复用验证结果与修复；失效后 → 重新学习，通过准入检查再作为新修订发布。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完整的故事：数据更正之后，三条共享定义怎样一起被修好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5303520"/>
                <a:gridCol w="53794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系统记录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第一个智能体检索“电子品类门店营业额”。store_sales 的表版本已变，重新验证“粒度键唯一”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39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不成立：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1,065,915 行只有 1,000,000 个不同键（平均每键 1.07 行），耗时 5.5 秒 → v1 失效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修复搜索：在低基数列上枚举等值谓词；4 项检查（静态合法性、粒度、SQL 审查、按学习时刻回归）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7D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唯一可行 ss_is_current = '1'，全部通过 → 发布 v2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（共 28.7 秒）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第二个智能体检索“门店营业额”：同一张表、同一个粒度条件、同一个表版本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复用验证结果与修复，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5B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45.8 毫秒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发布 v2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“门店退货率”要连接 store_sales 与 store_returns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连接路径现在要求谓词 ss_is_current = '1' → 同样修复为 v2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通知使用方：旧修订已被替代，请使用新修订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智能体 B 收到 3 条通知，SQL 带上该谓词，答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7D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1293.3 万 ✓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（4 轮）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57200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4663440"/>
            <a:ext cx="10545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这页要说明的不是“修得快”，而是：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一个智能体发现了共享知识的问题，MAVRA 修好后，所有相关智能体得到一致的新修订；同一个问题不必每个智能体各自重新发现、重新解决。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三种更新的结果：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增量加载——条件仍成立，保持 v1（6 条定义仅 2 次验证）；数据更正——v1 → v2，1293.3 万 ✓；重复加载——无唯一修复，失效并通知，智能体自行去重，3 次运行中 2 次答对。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63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记录：noctis results/scen-20261002/dsv41flash-r1-g3fix--snap（端到端实验第 1 次 MAVRA 运行）。数据为仿 TPC-DS 的合成零售数据（store_sales 100 万行），题目中的年份略去。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实验结果①：端到端（DeepSeek V4.1 Flash，3 次独立运行）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645920"/>
                <a:gridCol w="1737360"/>
                <a:gridCol w="1828800"/>
                <a:gridCol w="1463040"/>
                <a:gridCol w="17675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数据未变（15 题）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 种更新后（全部）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其中 5 种破坏性更新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单位变化（对照）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备份副本（修复有歧义）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无共享定义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检索历史查询示例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76%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57%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检索示例 + 提示自行验证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67%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按模式变更失效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61%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逐写入失效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79%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69%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整定义重查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82%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61%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D5BA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MAVRA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81%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73%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56%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57200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4663440"/>
            <a:ext cx="10545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共享本身：数据未变时 49% → 100%，每题 5.6 → 3.6 轮，输入 token −34%（任何共享方法均获得）；216 个固定库会话中每任务 37.7 s，无共享 64.5 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维护：更新后 75% → 81%，破坏性更新下 59% → 73%；MAVRA 与整定义重查答案相同，差异来自各次运行学到的定义不同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对照与负结果：单位变化不违反任何条件，所有方法同样过期；备份副本下修复有歧义，MAVRA 使定义失效，检索示例碰巧答对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63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种破坏性更新：退货状态行、保留旧行的销售更正、重复加载、商品维度 SCD Type 2、日期键格式变更。来源：exp/2026-10-02-scenarios-ds、exp/2026-10-03-session-latency，与论文宏 \Ds*、\ScenHold*、\Sl* 一致。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实验结果②：系统层（无大模型，固定定义库，只改变维护方式）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54251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实验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设置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配对回放（合成数据）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种大模型学到的 15 个定义库、97 条定义；11 种更新；1,470 题次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MAVRA 933 题正确，覆盖的更新下 0 错答；99 错答全部为单位变化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按模式变更失效：629 错答；整定义重查与 MAVRA 逐题相同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配对回放（TPC-DS）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由 99 个查询模板导出 93 条定义，SF1，981 题次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MAVRA 630 题正确，错答 72（单位变化）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按模式变更失效：437 错答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同快照验证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并发写入，11,297 次使用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在违反条件的数据上作答：0 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先检查后执行：3.8–4.6%；读延迟不变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修复的回归基准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合成 1,470 / TPC-DS 981 题次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按学习时刻 as-of 查询：933 / 630，与使用标准答案参照相同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按当前数据：780 / 360（误拒正确的修复）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维护成本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 条共享定义，错峰到达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为整定义重查耗时的 14.0%：很多定义依赖同一张表的同一个条件，只验共享的条件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按表版本缓存验证查询可得同样节省（16.7%）；100 万到 1,600 万行比例不变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544068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覆盖的更新全部检测到，不向使用方返回错误答案；修复以学习时刻为基准，不需要参考答案；同快照验证消除并发写入下的失效窗口。维护效率与通用缓存相当，不是本文的贡献。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63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来源：exp/2026-10-02-cache-baseline-tpcds（配对回放、回归基准、维护成本）、快照压力测试（同快照验证），与论文宏 \Rp*、\Tr*、\Sn*、\CbStag* 一致。错答 = 在条件已被破坏的数据上照常返回答案。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的保证边界，以及三句话总结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65836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发生了什么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MAVRA 能做什么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订单多了一条旧记录，有唯一的当前标志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7D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检测，并修复为新修订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整个批次被重复加载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检测重复，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没有谓词能恢复唯一性 → 失效并通知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主表与备份副本都看起来合理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无法判断哪份是业务事实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→ 不擅自选择，失效并交给人确认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金额从“元”改成“美元”，行数与键不变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39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四类条件发现不了（单位变化对照）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日期键有效，但指向了错误的日期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39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发现不了：取值语义不在条件范围内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智能体没有声明所依赖的指标修订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539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不在执行保证范围内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452360" y="1097280"/>
            <a:ext cx="4190695" cy="1188720"/>
          </a:xfrm>
          <a:prstGeom prst="roundRect">
            <a:avLst>
              <a:gd name="adj" fmla="val 7692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680960" y="12070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39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1554480"/>
            <a:ext cx="3733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学会的计算规则会因数据变化而不再正确，但 SQL 仍能正常执行。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452360" y="2423160"/>
            <a:ext cx="4190695" cy="1188720"/>
          </a:xfrm>
          <a:prstGeom prst="roundRect">
            <a:avLst>
              <a:gd name="adj" fmla="val 7692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80960" y="25328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2880360"/>
            <a:ext cx="3733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不仅保存规则，还保存规则成立的条件；使用时保证这些条件在实际执行的数据快照上仍然成立。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52360" y="3749040"/>
            <a:ext cx="4190695" cy="1188720"/>
          </a:xfrm>
          <a:prstGeom prst="roundRect">
            <a:avLst>
              <a:gd name="adj" fmla="val 7692"/>
            </a:avLst>
          </a:prstGeom>
          <a:solidFill>
            <a:srgbClr val="EFECF7"/>
          </a:solidFill>
          <a:ln w="12700">
            <a:solidFill>
              <a:srgbClr val="EFEC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80960" y="3858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5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680960" y="4206240"/>
            <a:ext cx="3733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条件被破坏后，只有找到唯一且通过回归测试的修复才发布新修订，否则让旧修订失效，防止错误知识继续传播。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534924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D5B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两点要分清：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不判断业务含义是否正确（含税还是不含税，需要有人给出可信的口径）；它也不保证每条 SQL 都对，保护的是遵守接口、声明了受管修订的查询。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MAVRA：数据智能体与数据库之间的记忆中间件</dc:title>
  <dc:subject>PptxGenJS Presentation</dc:subject>
  <dc:creator>PptxGenJS</dc:creator>
  <cp:lastModifiedBy>PptxGenJS</cp:lastModifiedBy>
  <cp:revision>1</cp:revision>
  <dcterms:created xsi:type="dcterms:W3CDTF">2026-10-08T05:32:53Z</dcterms:created>
  <dcterms:modified xsi:type="dcterms:W3CDTF">2026-10-08T05:32:53Z</dcterms:modified>
</cp:coreProperties>
</file>