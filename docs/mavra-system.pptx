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bfa6fb80-c62b-da49-9a77-c6ce9ba56a5f}">
          <p14:sldIdLst>
            <p14:sldId id="256"/>
          </p14:sldIdLst>
        </p14:section>
        <p14:section name="问题" id="{2f85e30e-1698-416b-2b1d-6beaef6a19a1}">
          <p14:sldIdLst>
            <p14:sldId id="257"/>
            <p14:sldId id="258"/>
          </p14:sldIdLst>
        </p14:section>
        <p14:section name="MAVRA" id="{8824314a-5bb9-1769-0b46-653bb45f7994}">
          <p14:sldIdLst>
            <p14:sldId id="259"/>
            <p14:sldId id="260"/>
            <p14:sldId id="261"/>
            <p14:sldId id="262"/>
            <p14:sldId id="263"/>
          </p14:sldIdLst>
        </p14:section>
        <p14:section name="发布" id="{3f651dc4-2ebd-2027-fa9b-51f70e550271}">
          <p14:sldIdLst>
            <p14:sldId id="264"/>
            <p14:sldId id="265"/>
          </p14:sldIdLst>
        </p14:section>
        <p14:section name="依赖" id="{949e6500-0f0a-3fae-eba6-ad46bbfeb065}">
          <p14:sldIdLst>
            <p14:sldId id="266"/>
            <p14:sldId id="267"/>
          </p14:sldIdLst>
        </p14:section>
        <p14:section name="维护与改进" id="{4d02f6b6-24bd-6e45-9352-c99348aef056}">
          <p14:sldIdLst>
            <p14:sldId id="268"/>
            <p14:sldId id="269"/>
          </p14:sldIdLst>
        </p14:section>
        <p14:section name="真实记录" id="{29db8f28-a1bd-7cea-0076-cb9bf46d062b}">
          <p14:sldIdLst>
            <p14:sldId id="270"/>
            <p14:sldId id="271"/>
          </p14:sldIdLst>
        </p14:section>
        <p14:section name="实验结果" id="{3191ee22-7cd6-8121-fa9e-02f3d648a5af}">
          <p14:sldIdLst>
            <p14:sldId id="272"/>
            <p14:sldId id="273"/>
          </p14:sldIdLst>
        </p14:section>
        <p14:section name="边界与总结" id="{45e03bf9-2bd1-3795-dd7f-f43fb87616cb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很多数据智能体在同一个数据库上工作。一个智能体学会了怎么算“营业额”，别的智能体也想用；但数据库每天都在更新，学到的规则可能在不知不觉中不再适用，而 SQL 照样能执行。MAVRA 是放在智能体与数据库之间的中间件：保存智能体学到的规则，记住规则成立的条件，在规则被使用时保证条件在实际执行的数据上仍然成立，条件被破坏时修复或禁用。顺序：问题 → MAVRA 承担的三项职责 → 放在哪里 → 发布 → 依赖 → 维护与改进 → 一个完整的真实例子 → 实验 → 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先说清楚这不是一个 Text-to-SQL 工作。Text-to-SQL 研究的是翻译：给定自然语言问题和数据库模式，生成一条 SQL，评价这条 SQL 对不对；它是无状态的，每个问题独立处理，不保留任何结果。MAVRA 不生成 SQL。它位于智能体与数据库之间，智能体对数据库的访问都经由它转发；它关注的是智能体在探索中获得的知识——营业额对应哪一列、两张表怎么连——如何持久化、如何共享、数据更新后是否仍然有效。下面是实验记录：题目只给“门店营业额”这个名称，无共享定义的智能体三次独立求解，两次选了折扣前的扩展销售额，错；一次选了净支付额，对。选哪一列是业务口径，模式里没有，Text-to-SQL 每次重新猜，答案不稳定。接入 MAVRA 后检索到共享的定义，三次都对，3 轮完成。所以两者处于不同层次：任何 Text-to-SQL 模型都可以作为用户智能体接在 MAVRA 上面。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月翻倍。三种更新都是普通 DML，表结构没变，查询不报错，智能体会非常自信地给出错误答案；而定义是共享的，一处失效所有智能体一起错。这就是 MAVRA 要解决的问题。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MAVRA 想成一个很认真的账本管理员，它替所有用账本的人做三件事。第一，发布：一个智能体做对了一道题，不等于它的整条轨迹都值得别人相信。MAVRA 只把可复用的部分提取成结构化定义，把题目里的月份这类参数剥掉，再检查别人将要读到的规范 SQL 能不能复现答案。实验里真有一例：提取时丢了“电子”类别过滤，规范 SQL 返回 1352.1 万，正确是 274.1 万，被准入拦下。第二，依赖：别人用这条规则时，要在 run_sql 里声明依据哪个修订；MAVRA 在这条查询实际执行的那份数据快照上确认条件成立，才执行。第三，维护与改进：数据变了，由 MAVRA 检查一次、修复一次，所有使用者共享结果；有唯一可靠的修法就修，否则禁止使用并通知。规则仍然有效时，如果找到等价且更快的写法，也作为新修订发布给所有人，新写法依赖的前提同样受维护。整篇论文就是给这三个问题各设计了一个可靠的答案。下面这条逻辑链是整个汇报的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原来智能体直接访问数据库，现在 MAVRA 放在中间，不替代智能体，也不替代数据库。智能体看到的是一组工具：列出表、描述表、查询连接路径、检索指标定义、执行 SQL。图中蓝色 1–5 是检索指标定义：智能体只说“营业额”，查询服务从共享记忆读出定义；表版本变了，缺少验证结果的条件交给维护执行，结果写入缓存，再返回有效修订 v2。橙色 6–8 是执行 SQL：智能体声明依赖 v2，执行前验证复用缓存，在同一快照上执行。紫色是学习：内置智能体学到的定义通过准入检查后写入。MAVRA 记四类记忆：有什么表什么列、表之间怎么连、学会过哪些计算规则、这些规则依赖的条件最近检查是否通过。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这是智能体能调用的全部工具，一行一个：参数是什么，MAVRA 在背后读写哪类记忆，返回什么字段。前四个是探索工具，结果都会记下来给后来的智能体复用；find_metric 是读取定义，依赖表版本变了会先维护；run_sql 带 metrics 参数就是声明，MAVRA 据此核对修订、在快照上验证条件、记录溯源；final_answer 提交答案并说明用了哪几条查询；每次返回都可能附带通知。内置智能体用同一套工具做学习任务，学到的轨迹再由抽取模型整理成知识卡。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这是内置智能体学习时真实的 7 次工具调用，来自带 --trace 的运行记录。第 1 轮它并行调了两个工具：列出表，以及检索“门店营业额”——此时还没人学过，返回空。第 2 轮描述两张表，第 3 轮问两张表怎么连接，MAVRA 现场验证并记下这条连接路径（一侧键唯一，1.03% 关联不上）。第 4 轮执行 SQL 得到 r1，第 5 轮提交答案并说明答案就是 r1。智能体退出后 MAVRA 接着做四件事：判定、抽取、7 项准入检查、发布 r0。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这是用户智能体做留出题时真实的 6 次调用。第 1 轮并行：列出表，检索“门店营业额”——匹配到两条、都是 r1，MAVRA 看依赖表版本没变，直接返回定义、度量、粒度、注意事项和示例。第 2 轮描述两张表，直接拿到记住的统计信息。第 3 轮执行 SQL，并在 metrics 参数里声明依据 metric:门店营业额 r1——注意它照着示例写出了日期键范围的写法。MAVRA 核对 r1 有效且是当前修订，在这条查询的快照上验证 r1 的四个条件，执行，返回 r1。第 4 轮提交答案，溯源记下答案来自 r1、r1 依据门店营业额 r1。下面是声明的修订处在另外四种状态时 MAVRA 的真实回应。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一条规则不是学到就直接相信，要走准入流程，像加入竞赛队要审核。内置智能体拿到一道给定业务口径的学习任务，写出 SQL，答案正确。这一步 MAVRA 自己不能凭空知道业务规则对不对：实验里用参考答案，实际公司里由负责这个指标的人确认一次。然后把零散的学习过程整理成一张知识卡，分两部分：给智能体看的“怎么算”，和 MAVRA 自己保管的“什么时候这样算是安全的”——验证条件、学习证据、表版本、使用者。再过七道检查。第七道尤其重要：只凭这张知识卡重新编译出的 SQL 必须得到同样答案，因为别的智能体读到的只有这张卡，原来的智能体心里知道要过滤而卡上没写，后来的智能体就会算错。七道都通过才发布 v1。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从定义里推出四类条件。粒度键唯一：每件事情只登记一次，检查行数是否等于不同键的数量，当然要在定义的过滤之下算。连接基数：连接其他表时不能把一行变两行，比如门店表里同一个门店出现两次，一笔 100 元就会被算成 200 元；所以连接“1”那一侧的键必须唯一。日期角色：一个日期键只能连出一个日期，而且要按定义指定的日期，销售日不能和退货日混。日期键完整性：关联不上日期的记录会从按月统计里消失，学习时有 1.03%，允许 0.1 个百分点的容差，突然变成 8% 就不正常。论文的充分性命题说：这四类条件都成立，规范 SQL 就把每笔业务事件恰好计一次。但它不保证一切，比如金额换了单位，行数和键都没变，发现不了——实验里的单位变化就是这个对照。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 个智能体每天都要查营业额，不能每问一次就把几百万行从头检查一遍。两个办法。一是给每张表盖版本章：9 点在版本 10 上验证通过并记下来；10 点另一个智能体来用，版本没变，直接复用；下午 2 点有写入，版本变成 11，旧结论不再适用，等有人用时再重新验证受影响的条件。版本必须可靠：由语句级触发器在写入事务内更新，看到写入就一定看到版本变化；PostgreSQL 自带的修改统计做不到这一点。二是惰性维护：更新后不立即重验所有规则，使用时只验相关的条件。但还有一个最容易被忽视的问题：10:00:00 检查通过，10:00:01 别人插入一条重复记录，10:00:02 执行查询就错了。检查正确不代表使用时还正确。MAVRA 用事务快照解决：在同一个可重复读的只读事务里读版本、验证条件、执行 SQL，相当于给账本拍一张照片，检查和计算都在这张照片上。引理 1 说明什么时候可以复用验证结论。实验里并发写入下 11,297 次使用没有一次在被破坏的数据上作答。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上方是检索指标定义：名称匹配到“门店营业额”（电子品类的同名定义一并返回，由智能体按口径选择）；比较 store_sales 的表版本（14 → 15）；逐个条件查缓存：“粒度键唯一”电子品类刚验证过，复用；date_dim 未变，复用；“日期键完整性”在版本 15 上没有结果，执行验证并写入缓存；返回有效修订 v2。中间是验证结果缓存：按（条件，表版本）存储，写入者和复用步骤都标出来了。下方是执行 SQL：先检查声明的 v2 是否有效；再在查询快照上验证——期间又有更新，表版本已是 16，两个条件在快照内重新验证并写入缓存；最后在同一快照上执行，得到 1293.3 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回到订单 002。MAVRA 发现订单号重复，一行是旧记录，一行是当前记录。它去找一个过滤谓词：只保留 ss_is_current = 1，过滤后订单不再重复，总额 650 元。但不能看到一个像样的条件就用。候选必须满足两件事：过滤后每个键恰好一行；原来的键一个不丢——“只保留金额大于 200”也能去重，但 100 元的订单没了，这不叫修复。还要唯一：如果 is_current 和 is_backup 两个过滤都通过，表结构说不出哪份是业务事实，MAVRA 不擅自选，定义失效，交给人确认。宁可说不知道怎么安全地修，也不猜。修复通过结构检查之后还要考一次试：像换一种解法重做老师判过的那道题，答案必须一样。必须用当初那份数据，因为今天的数据已经变了，当初的 SQL 在上面同样过期，我们实际跑过：按当前数据比，正确的修复会被拒绝。通过后发布 v2，v1 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把前面几页串在一张图上。内置智能体求解“3 月门店营业额”，判定正确、准入检查通过，发布 v1。第 3 步是优化：规则改写把期间谓词改为日期键范围，14 个样本期间结果一致、执行时间省 19.8%，发布 v2；新前提“日期键按月连续”成为 v2 的条件，v1 宽限可用。之后一批销售被更正：旧行标记为非当前，插入当前行——“粒度键唯一”不成立，v2 失效，不处理会把新旧版本都算进去。修复搜索在低基数列上枚举等值谓词，只有“ss_is_current = 1”可行；按学习时刻重算 3 月，结果一致，发布 v3。红框是另一种结果：批次重复加载，没有谓词能恢复唯一性，定义失效并通知使用方，等待重新学习。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这是数据更正之后用户智能体 B 真实的调用序列。第 1 轮它检索“门店营业额”，这一次 MAVRA 发现 store_sales 的版本变了，就在这次调用里完成了维护：粒度查询发现 105 万行只有 99 万个键，r1 失效；修复搜索在低基数列上按值分组，只有 ss_is_current = 1 能恢复每键一行且不丢键；四项检查包括学习时快照上的回归，发布 r2；另一条同名定义复用结论。所以这次 find_metric 花了 54 秒，返回的是带过滤的新定义和两条通知。第 3 轮 B 自己先探查了没加过滤的 SQL，被执行前审查拦下两次，原因写得很具体：这张表现在每个键多行，统计前要加过滤。第 4 轮加了过滤再查，通过；第 5 轮算出 9 月的值，正确。诚实地说，这一条 run_sql 没有声明 metrics，所以它不在条件保证范围内——但审查仍然拦住了错误写法；同阶段的另一题声明了 revision 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前面讲的都是“保持正确”。这页讲“变得更省”：常见指标的写法常常有更省的等价形式，比如按期间统计时不连接日期维度，直接按日期键范围过滤。MAVRA 的做法和修复一样严格：候选可以来自规则、模型提议或智能体的成功轨迹；先验证等价——结构合法、新前提成立、学习时快照和当前快照上 14 个样本期间结果全部相同；再验证更省——同一快照内配对做 EXPLAIN ANALYZE，配对差的 95% 区间整体低于 0 且平均省 10% 以上；都通过才作为新修订发布，旧修订宽限可用并通知使用方。右边是百万行端到端实验的真实记录：9 条定义都改为日期键范围过滤，14 个期间全部一致，执行时间省 15.6% 到 36.1%，全部发布为 r1；之后的留出题和 11 种数据变化答对 78/96，和未优化时相同。关键是最后一句：更省的写法同样有前提，日期键按月连续；它被当作条件维护，前提被破坏时该修订失效。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端到端实验：DeepSeek V4.1 Flash 智能体，每种方法独立运行 3 次，15 道留出题，再加 11 种数据更新。共享本身的收益：数据未变时准确率从 49% 到 100%，轮数和 token 都下降——任何共享方法都有这个收益，不是 MAVRA 独有。维护的收益：更新后从 75% 到 81%，5 种破坏性更新下从 59% 到 73%；检索历史示例即使提示它自行验证也只有 63%。MAVRA 与整定义重查答案相同，差异来自各次运行学到的定义不同。两个对照：单位变化不违反任何条件，所有方法同样过期，与命题的范围一致；备份副本下修复有歧义，MAVRA 按规则使定义失效，检索示例碰巧答对，这是如实保留的负结果。这些数字来自我们设定的实验，不是说在所有数据库和模型上都能达到。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系统层实验不用大模型：固定各次运行学到的定义库，只改变维护方式，比较的是机制本身。配对回放：合成数据 1,470 题次，MAVRA 在覆盖的更新下没有错答，99 个错答全部是单位变化这个对照；按模式变更失效有 629 个错答。TPC-DS 上用 99 个查询模板导出的定义，结论一致。同快照验证：并发写入下 11,297 次使用没有一次在违反条件的数据上作答，先检查后执行有 3.8% 到 4.6%。修复的回归基准：按学习时刻比较，修复成功的数量与使用标准答案参照完全相同；按当前数据比较会误拒正确的修复。维护成本：19 条定义时为整定义重查的 14%，因为很多定义依赖同一张表的同一个条件；但按表版本缓存验证查询也能得到同样的节省，所以效率不是本文的贡献，贡献在于什么可以发布、何时可以依赖、维护与改进由这一层替所有使用者承担。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智能体没声明用了哪个修订，也不在保证范围内。两点要分清：MAVRA 不判断业务含义对不对，那需要有人给口径；它也不保证每条 SQL 都对，保护的是声明了受管修订的查询。最后三句话：问题——学会的规则会因数据变化而失效，SQL 却不报错；方法——保存规则成立的条件，使用时在实际执行的快照上保证成立；贡献——只有唯一且通过回归测试的修复才发布，否则失效，不让错误知识传播。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可维护的共享记忆：发布 · 依赖 · 维护与改进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与 MAVRA：不同层次的问题</a:t>
            </a:r>
            <a:endParaRPr lang="en-US" sz="2800" dirty="0"/>
          </a:p>
        </p:txBody>
      </p:sp>
      <p:sp>
        <p:nvSpPr>
          <p:cNvPr id="3" name="card Text-to-SQL"/>
          <p:cNvSpPr/>
          <p:nvPr/>
        </p:nvSpPr>
        <p:spPr>
          <a:xfrm>
            <a:off x="548640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将自然语言问题翻译为 SQL 查询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数据库模式（可附示例查询）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单条查询的正确性</a:t>
            </a:r>
            <a:endParaRPr lang="en-US" sz="1400" dirty="0"/>
          </a:p>
        </p:txBody>
      </p:sp>
      <p:sp>
        <p:nvSpPr>
          <p:cNvPr id="14" name="card MAVRA"/>
          <p:cNvSpPr/>
          <p:nvPr/>
        </p:nvSpPr>
        <p:spPr>
          <a:xfrm>
            <a:off x="6278728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智能体与数据库之间的记忆中间件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84568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智能体对数据库的全部访问经由它转发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智能体获得的数据库知识：表统计、连接路径、指标定义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84568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跨智能体、跨会话共享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98768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84568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已有知识在当前数据上的有效性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474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所选度量列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ss_ext_sales_price（扩展销售额，折扣前）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ss_net_paid（检索到共享的指标定义）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模型或数据智能体都可以作为用户智能体接入 MAVRA。MAVRA 不生成 SQL；它提供经过验证的知识，并在查询执行前验证其有效性。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业务口径不在模式中：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每次重新推断选哪一列，同一问题的答案不稳定；共享已验证的定义后，答案一致且轮数更少。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M1-P1；无共享定义：dsv41flash-r1-a、r2-b、r3-a；MAVRA：r1–r3-g3fix--snap。数据为仿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问题：共享的计算规则会因数据变化而失效，而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第一天（示意）：规则“营业额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按规则计算：600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沿用规则：850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规则本身没有错，错的是规则的前提“每个订单号只有一行”不再成立。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57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实验中的真实记录：定义发布后数据库持续更新，沿用已发布的定义（对照组）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沿用已发布的定义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4864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三种更新都是普通 DML，模式未变，查询仍成功执行：智能体会自信地给出错误答案；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规则被所有智能体共享：一处失效，所有使用方同时出错。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承担三项职责，对应论文的三个问题</a:t>
            </a:r>
            <a:endParaRPr lang="en-US" sz="2800" dirty="0"/>
          </a:p>
        </p:txBody>
      </p:sp>
      <p:sp>
        <p:nvSpPr>
          <p:cNvPr id="3" name="card 发布"/>
          <p:cNvSpPr/>
          <p:nvPr/>
        </p:nvSpPr>
        <p:spPr>
          <a:xfrm>
            <a:off x="548640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17320"/>
            <a:ext cx="457200" cy="45720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什么可以进入共享记忆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只接收判题成功的任务；提取成结构化定义，剥离题目参数；7 项准入检查，包括重放其他智能体将读到的规范 SQL；连同四类验证条件保存为修订 v1。实验中拦下一例：提取时丢了类别过滤，规范 SQL 返回 1352.1 万，正确值 274.1 万。</a:t>
            </a:r>
            <a:endParaRPr lang="en-US" sz="1400" dirty="0"/>
          </a:p>
        </p:txBody>
      </p:sp>
      <p:sp>
        <p:nvSpPr>
          <p:cNvPr id="9" name="card 依赖"/>
          <p:cNvSpPr/>
          <p:nvPr/>
        </p:nvSpPr>
        <p:spPr>
          <a:xfrm>
            <a:off x="4338218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1417320"/>
            <a:ext cx="457200" cy="45720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一次使用何时可以依赖它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智能体在 run_sql 中声明所依据的修订。表版本未变：复用已有的验证结果；已变：在这条查询自己的快照内重新验证，通过后在同一快照上执行。验证结果按（条件，表版本）缓存，跨定义、跨智能体共享。</a:t>
            </a:r>
            <a:endParaRPr lang="en-US" sz="1400" dirty="0"/>
          </a:p>
        </p:txBody>
      </p:sp>
      <p:sp>
        <p:nvSpPr>
          <p:cNvPr id="15" name="card 维护与改进"/>
          <p:cNvSpPr/>
          <p:nvPr/>
        </p:nvSpPr>
        <p:spPr>
          <a:xfrm>
            <a:off x="8127797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1417320"/>
            <a:ext cx="457200" cy="45720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996477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为所有使用者只做一次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失败：恰好一个修复且按学习时刻回归通过，才发布新修订；否则失效并通知。仍然有效：找到等价且更省的写法，抽样期间结果一致、配对测量更快，才发布新修订；新写法依赖的前提（日期键按月连续）作为条件一并维护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6634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整条逻辑链：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学到规则 → 准入后发布（带条件）→ 使用时声明修订 → 在查询快照上验证后执行 → 数据变化后维护：能修则修，修不好则失效并通知 → 有更省的等价写法则发布新修订。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不生成 SQL，也不判断业务含义；它决定共享的知识能否发布、能否被依赖，并替所有使用者维护它。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被拦下的一例：noctis results/scen-20260930/glm53-r3（M5-L2 电子品类门店营业额，准入第 7 项规范 SQL 重放），与论文宏 \PubEx*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放在哪里：智能体与数据库之间的中间件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6399" y="1005840"/>
            <a:ext cx="8258896" cy="3840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89204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98348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智能体看到的是工具：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list_tables · describe_table · join_path · find_metric(名称) · run_sql(sql, metrics=[{key, revision}])——metrics 参数就是“声明”：这条 SQL 依据哪条定义的哪个修订。MAVRA 记四类记忆：表统计信息、连接路径、指标定义、验证结果。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谁参与：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学习——内置智能体（大模型）求解给定口径的任务，抽取模型整理成定义，7 项准入检查自动执行，人只在“答案判定正确”确认一次；使用——用户智能体检索、声明、执行；维护——由数据更新后第一个用到该定义的请求触发，MAVRA 执行，期间到达的请求等待结果；优化——学习之后 MAVRA 自动做一轮；修复有歧义时才交给人。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智能体能调用的全部工具：参数、MAVRA 做什么、返回什么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4297680"/>
                <a:gridCol w="34134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做什么（读 / 写哪类记忆）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读目录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表名、估计行数、列数、注释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表版本未变：返回记住的表统计信息；已变：重新采样并写入（表统计信息）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{table, row_count, columns:[{name, type, null_ratio, distinct_est, common_values}], sample_rows, source: reused|explored}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join_path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table_a, table_b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已有验证过的连接路径：直接返回；没有：按列名找候选，抽样扇出 + 行数守恒 + 键唯一验证，写入路径与证伪的写法（连接路径）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{paths:[{left, right, on, cardinality, filters, loss_ratio}], known_bad:[{on, reason, fanout}], source}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check_join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left, right, 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验证一个具体的连接写法，结果同样写入（连接路径）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{valid, path | bad, source}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query, tables?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 / 别名匹配；依赖表版本已变：先维护（重新验证 → 修复或失效）；记下使用者（指标定义、验证结果）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{metrics:[{key, revision, definition, fact, measure, grain, time, joins, filters, caveats, examples}], ambiguous, unavailable:[{key, revision, status}]}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sql, metrics?: [{key, revision}]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只读检查；声明的修订：核对有效且为当前，在这条查询的快照上验证其条件；执行前审查（证伪的连接写法、必需的粒度过滤）；记录溯源（验证结果、使用记录）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{result:{columns, rows, row_count}, ref: "rN", source: executed|reused|snapshot} 或 {rejected, reason, suggestion | required_filter}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answer, used:["rN"], derivation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结束任务；按算式核算答案；溯源：答案 ← rN ← 声明的定义修订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ask_clarification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question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口径不明且工具无法给出时结束任务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每次返回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附带 notices（使用记录）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notices: ["你用过的经验「…」已撤销（…）", "已发布等价且更省的修订 rN…"]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53212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62356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内置智能体用同一套工具学习；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判定正确后，抽取模型把题面、参与答案的 SQL 链与算式、被拦下的写法、表元数据整理成知识卡（不含业务行）。轨迹检索基线另有 find_trajectory(query)，不做维护。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学习：内置智能体 A 的真实调用序列（M1-L1，5 轮 7 次）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206240"/>
                <a:gridCol w="5760720"/>
                <a:gridCol w="761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表名、估计行数、注释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{metrics: [], note: "没有匹配的已验证指标口径"} —— 还没人学过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列、类型、空值比例、不同值数、样例：ss_sold_date_sk 空值 1.03%，ss_net_paid 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133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d_date_sk、d_year {2000,2001,2002}、d_moy …；注释“2000-01-01 至 2002-12-31”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join_path("store_sales", 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{paths: [{on: [ss_sold_date_sk = d_date_sk], right_unique: true, loss_ratio: 1.03%, evidence: "1000000 行中 989695 行关联得上"}], known_bad: [], source: explored}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ROUND(SUM(ss.ss_net_paid), 2) FROM store_sales ss JOIN date_dim d ON … WHERE d.d_year = 2001 AND d.d_moy = 3")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{result: [["13570368.70"]], ref: "r1", source: executed}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final_answer(answer: "13570368.70", used: ["r1"], derivation: "r1")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任务结束；答案 ← r1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智能体退出之后，MAVRA 接着做：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判定：答案与参考答案一致（部署中由指标负责人确认一次）；② 抽取：把题面、r1 的 SQL、算式 r1、被拦下的写法、两张表的元数据与已验证连接交给抽取模型，得到知识卡 JSON；③ 7 项准入检查：业务依据、判定正确、静态合法、粒度（select count(*), count(distinct 粒度键) from store_sales …）、SQL 审查、重放 r1 的 SQL、重放由字段编译的规范 SQL；④ 发布 metric:门店营业额 r0，写入依赖的表版本与证据。本次运行：抽取 12.7 秒，准入检查 5.6 秒。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使用：用户智能体 B 的真实调用序列（留出题 M1-P1，4 轮 6 次）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206240"/>
                <a:gridCol w="5760720"/>
                <a:gridCol w="761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表名、估计行数、注释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名称匹配到 2 条（门店营业额、门店营业额#2，都是 r1）；依赖表版本未变 → {ambiguous: true, metrics: [{key: "metric:门店营业额", revision: 1, definition, measure: sum(ss_net_paid), grain, time, caveats: ["不含税…", "期间谓词按日期键范围过滤，前提是日期键按月连续…"], examples}]}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 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round(sum(ss_net_paid), 2) as value from store_sales where ss_sold_date_sk between (select min(d_date_sk) from date_dim where d_year = 2002 and d_moy = 9) and (select max(d_date_sk) …)", metrics: [{key: "metric:门店营业额",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r1：核对有效且为当前修订；在这条查询的快照上验证 r1 的条件（粒度键唯一、日期键唯一、日期键完整性、日期键按月连续，命中缓存则复用）；执行 → {result: [["13069651.80"]], ref: "r1"}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final_answer(answer: "13069651.80", used: ["r1"], derivation: "r1")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r1 ← metric:门店营业额 r1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976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83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声明的修订…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的回应（运行记录原文）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已被修复替代（数据更正后仍声明 r0）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拒绝：“指标经验 metric:门店营业额 已修订为 r1（你引用的是 r0），请重新调用 find_metric”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已失效（重复加载后）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拒绝：“当前不可用：已撤销：粒度守卫失败：store_sales(ss_item_sk, ss_ticket_number) 是否唯一，1110165 行只有 1000000 个不同键”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已被等价且更省的修订替代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接受，附通知：“已发布等价且更省的修订 r1（你引用的 r0 仍可用），建议重新调用 find_metric”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没有声明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照常执行与审查（连接写法、粒度过滤），但不在“条件成立”的保证范围内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检索到的 r1 是优化轮发布的日期键范围修订，智能体照着示例写出了范围写法并声明 revision 1。拒绝与通知文字取自 results/scen-20261002 的记录。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发布：一条规则怎样进入共享记忆（准入）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学习任务（给定业务口径）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8988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 5 轮写出 SQL，答案 13,570,368.70 与参考答案一致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大模型将求解轨迹抽取为结构化定义（16.3 秒），7 项准入检查（5.7 秒）通过后发布为修订 v1。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写入记忆的定义（知识卡）v1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5212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886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给智能体看的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度量 SUM(ss_net_paid)，无过滤谓词；粒度：销售日 × 小票号 × 商品；按销售日关联 date_dim；注意：不含税，内连接会排除 1.03% 未匹配行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验证条件：粒度键唯一、日期键唯一、日期键完整性；学习证据（学习时的 SQL、答案、表版本）、状态、修订号、使用者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3492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智能体需要知道“怎么算”；MAVRA 需要知道“什么时候这样算是安全的”。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1005840"/>
            <a:ext cx="5562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项准入检查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1325880"/>
          <a:ext cx="5562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24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业务依据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规则有明确的业务口径，不是推测的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答案判定正确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当初的答案经独立判定是对的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静态合法性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列存在；连接沿已验证路径；没把题目里的月份写死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粒度成立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当前快照上粒度键唯一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SQL 审查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示例查询符合记录的粒度与连接要求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重放示例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 SQL 重新执行，结果不变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重放规范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只凭这张知识卡编译出的 SQL 也得到同样答案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080760" y="4343400"/>
            <a:ext cx="5562295" cy="1600200"/>
          </a:xfrm>
          <a:prstGeom prst="roundRect">
            <a:avLst>
              <a:gd name="adj" fmla="val 457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4434840"/>
            <a:ext cx="50136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其他智能体读到的只有这张知识卡。原来的智能体心里知道要过滤，知识卡没写，后来的智能体仍会算错。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项在部署中：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发布时一并记下：从定义推出的四类验证条件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374904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行只有 2 个订单号：002 出现了两次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不同键数（在定义的过滤谓词之下）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连接其他表不能把一行变两行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门店表里门店 A 出现两次，一笔 100 元的销售连接后变成 200 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一个日期键只连出一个日期，且按定义指定的日期（销售日而非退货日）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销售日期键在日期维度中只有一行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不能突然有大量记录找不到日期而漏算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 1.03% 的销售行关联不上日期；变成 8% 就不正常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526280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充分性命题（命题 1）：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对每个期间把每笔业务事件恰好计一次；漏算只限于找不到日期键的那部分，并由完整性条件限定比例。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它不保证一切：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金额从元改成美元、日期键有效但指向错误日期——行数和键都没变，这四类条件发现不了。实验里的“单位变化”就是这样的对照。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依赖：表版本、惰性维护，以及为什么要在同一快照内执行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版本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执行验证，记录“版本 10 上粒度键唯一”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另一智能体使用：版本相同，直接复用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有写入提交：旧结果不再适用，首次使用时重新验证受影响的条件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06324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表版本由语句级触发器在写入事务内更新（分片计数器）：快照看到写入时一定也看到版本变化；DML 统计这类信号既不随事务提交也不即时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惰性维护：更新后不立即全量重验，定义首次被使用时只重新验证与变化表相关的条件；实验中增量加载后 6 条定义仅执行 2 次验证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为什么还要同一快照：检查通过 ≠ 执行时仍然成立</a:t>
            </a:r>
            <a:endParaRPr lang="en-US" sz="15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90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验证通过：粒度键唯一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另一事务插入一行重复记录并提交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执行查询：在已被破坏的数据上作答，答案错误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46520" y="3063240"/>
            <a:ext cx="5196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的做法：run_sql 打开 REPEATABLE READ、READ ONLY 事务，在同一快照内读表版本、复用或重新验证条件、执行业务 SQL——其他人此时修改真实数据，不影响这条查询看到的那份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1：若两个快照看到的表版本相同，且每次写表都在同一事务内更新版本，则该版本上的验证结论可以安全复用——保证的是缓存复用安全，而不是“版本号相同就一定没事”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9377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次使用，MAVRA 0 次在违反条件的数据上作答；先检查后执行 3.8–4.6%；读延迟不变。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时刻为示意；版本机制与引理见论文第 6 节；并发数字来自快照压力测试（\Sn* 宏），增量加载的验证次数来自 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读取与使用：一次请求的处理路径</a:t>
            </a:r>
            <a:endParaRPr lang="en-US" sz="28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维护：检查失败时唯一修复，按学习时刻回归，否则失效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修复：找一个谓词，恢复“每个键一行”且不丢键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ss_is_current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 ss_is_current = '1' 之后：650 元 ✓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修复搜索在低基数列上枚举等值谓词，候选必须同时满足：过滤后每个键恰好一行；原有的键一个不丢（“只保留金额 &gt; 200”能去重，但丢了订单 001，不算修复）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唯一性：若 is_current = 1 与 is_backup = 1 都通过检查，表结构说不出哪一份是业务事实——不擅自选择，定义失效并交给人确认（实验中的“备份副本”）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回归测试：新定义要在学习时的数据上复现当初的答案</a:t>
            </a:r>
            <a:endParaRPr lang="en-US" sz="15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447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比较所用的数据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修复后的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学习时刻 as-of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发布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误拒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46520" y="2743200"/>
            <a:ext cx="5196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像换一种解法重做老师已经判过的那道题：答案必须相同。但必须用当初那份数据——今天的数据已经变了，学习时的 SQL 在上面同样过期（把旧行也算进去得 1489.1 万），比不出新解法对不对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学习时的答案是唯一被确认过的答案，所以修复不需要参考答案。数据仓库用时间旅行查询（FOR SYSTEM_TIME AS OF）取学习时刻的数据，原型保留学习时的副本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48463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9377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 v2 之后：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失效，声明 v1 的查询被拒绝；修复期间到达的请求等待结果；其他定义遇到相同的条件失败直接复用验证结果与修复；修不好的定义失效并通知使用方，等学到新证据再发布。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上表为示意；回归测试数字来自 noctis results/scen-20261002/dsv41flash-r1-g3fix--snap（端到端实验第 1 次 MAVRA 运行）。“当前数据”一行来自对照实验 dsv41flash-r1-g3fix--exref（系统记录：“结果 13423672.28 与期望 14890636.48 不一致”）。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一条定义的生命周期：学习、优化、维护、修复、失效</a:t>
            </a:r>
            <a:endParaRPr lang="en-US" sz="28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149"/>
            <a:ext cx="11094415" cy="406962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修订规则：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同结构再次学到 → 为原定义记一次佐证；同名不同结构 → 并存，由智能体依据口径选择；其他定义遇到相同的条件失败 → 复用验证结果与修复；失效后 → 重新学习，通过准入检查再作为新修订发布。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数据更正之后：B 的真实调用序列与 MAVRA 背后的查询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3931920"/>
                <a:gridCol w="6126480"/>
                <a:gridCol w="715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ETL：insert into store_sales (…, ss_is_current) select …, 0 …;  update store_sales set ss_net_paid = round(ss_net_paid * 0.9, 2) …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65,915 行被更正（旧行保留为非当前，当前行改九折）；语句级触发器把 store_sales 的表版本 +1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list_tables()  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版本已变 → 在这次调用里维护匹配到的 2 条定义：粒度查询 select count(*), count(distinct (粒度键)) … → 1,055,610 行 / 989,695 键，不成立 → r1 失效；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修复搜索（pg_stats 低基数列，… group by ss_is_current）→ 唯一可行 ss_is_current = '1'；4 项检查含学习时快照上的回归 → 发布 r2（31.6 秒；#2 22.9 秒）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返回 2 条 r2 定义（示例 SQL 已带过滤）+ notices ×2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54.5 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 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版本已变 → 重新采样并更新表统计信息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166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ss_is_current, count(*) … group by ss_is_current")  — 无过滤的探查 ×2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执行前审查拦下：“表 store_sales 现在每个键有多行（状态流水）；统计前需要加过滤 ss_is_current = '1'，否则会重复计算” → {rejected, required_filter}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count(*), count(distinct (…)) … where ss_is_current = '1'")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→ r1：1,000,000 行 = 1,000,000 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9.5 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round(sum(ss_net_paid), 2) as value from store_sales where ss_is_current = '1' and ss_sold_date_sk between (select min(d_date_sk) …) and (select max(d_date_sk) …)")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 → r2 = 12,932,888.04（这条没有声明 metrics：照常审查执行，不在条件保证范围内）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final_answer(answer: "12932888.04", used: ["r2"], derivation: "r2")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 ✓；同一阶段的 M1-T1 声明了 revision 2，答 −9,803.47 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577840"/>
            <a:ext cx="11094415" cy="548640"/>
          </a:xfrm>
          <a:prstGeom prst="roundRect">
            <a:avLst>
              <a:gd name="adj" fmla="val 13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6692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三种更新的结果（百万行端到端）：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增量加载——条件仍成立，保持 v1（6 条定义仅 2 次验证）；数据更正——失效 → 修复为新修订，1293.3 万 ✓；重复加载——无唯一修复，失效并通知，智能体自行去重，3 次运行中 2 次答对。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维护耗时取自 maintenance 事件；三种更新的结果取自 results/scen-20261002。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迭代：常见指标的写法可以更省——验证等价与代价后作为新修订共享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怎么做：候选 → 等价 → 更省 → 发布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6692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规则改写：期间谓词改为日期键范围过滤（不连接日期维度）、去掉未使用的关联；模型提议；智能体成功轨迹中的不同写法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结构合法、粒度成立；新前提成立（日期键按月连续）；学习时快照上与当前修订结果相同；当前快照上 14 个样本期间结果全部相同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同一快照内对每个期间配对做 EXPLAIN ANALYZE，先后交替；执行时间配对差的 95% 区间整体低于 0，且平均节省 ≥ 10%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作为同一定义的新修订；旧修订仍正确，宽限可用并通知使用方；新前提成为该修订的条件，随数据更新维护，不成立则失效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92240" y="10058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真实记录：端到端实验的优化轮（store_sales 100 万行）</a:t>
            </a:r>
            <a:endParaRPr lang="en-US" sz="15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325880"/>
          <a:ext cx="51508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327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期间谓词改为日期键范围过滤，不连接 date_dim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ss_sold_date_sk between (select min(d_date_sk) from date_dim where …) and (select max(d_date_sk) …)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条定义都通过：学习时快照一致；当前快照 14 个期间全部一致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 29.1 → 23.3 ms（−19.8%），95% 区间 [−9.1, −2.5]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条定义省 15.6%–36.1%（退货率 173 → 111 ms）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条定义全部 r0 → r1，474 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之后留出与 11 种更新 78/96 答对（未优化 77/96）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80060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9204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更省的写法同样有前提：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日期键范围等价于维度连接，只在日期键按月连续时成立。这个前提被记为新修订的条件，与粒度、连接、日期条件一样维护；前提被破坏时该修订失效，回到维度连接的写法。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效率不是靠猜：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等价与代价都在同一个快照上按期间配对验证，达不到证据门槛就不发布；发布后所有智能体共享新写法。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results/scen-20261008-opt/metric-1791439498065570（metric-global-opt，DeepSeek V4.1 Flash，第 1 次运行）；对照为 dsv41flash-r1-g3fix--snap。留出题中 15 条用户智能体查询有 9 条采用了新写法。数据为仿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实验结果①：端到端（DeepSeek V4.1 Flash，3 次独立运行）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737360"/>
                <a:gridCol w="1828800"/>
                <a:gridCol w="146304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数据未变（15 题）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种更新后（全部）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 5 种破坏性更新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备份副本（修复有歧义）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检索历史查询示例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提示自行验证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逐写入失效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轮，输入 token −34%（任何共享方法均获得）；216 个固定库会话中每任务 37.7 s，无共享 64.5 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维护：更新后 75% → 81%，破坏性更新下 59% → 73%；MAVRA 与整定义重查答案相同，差异来自各次运行学到的定义不同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对照与负结果：单位变化不违反任何条件，所有方法同样过期；备份副本下修复有歧义，MAVRA 使定义失效，检索示例碰巧答对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2、日期键格式变更。来源：exp/2026-10-02-scenarios-ds、exp/2026-10-03-session-latency，与论文宏 \Ds*、\ScenHold*、\Sl*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实验结果②：系统层（无大模型，固定定义库，只改变维护方式）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5425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配对回放（合成数据）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种大模型学到的 15 个定义库、97 条定义；11 种更新；1,470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933 题正确，覆盖的更新下 0 错答；99 错答全部为单位变化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按模式变更失效：629 错答；整定义重查与 MAVRA 逐题相同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配对回放（TPC-DS）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由 99 个查询模板导出 93 条定义，SF1，981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630 题正确，错答 72（单位变化）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按模式变更失效：437 错答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同快照验证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并发写入，11,297 次使用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在违反条件的数据上作答：0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先检查后执行：3.8–4.6%；读延迟不变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修复的回归基准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 1,470 / TPC-DS 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按学习时刻 as-of 查询：933 / 630，与使用标准答案参照相同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按当前数据：780 / 360（误拒正确的修复）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维护成本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条共享定义，错峰到达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为整定义重查耗时的 14.0%：很多定义依赖同一张表的同一个条件，只验共享的条件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按表版本缓存验证查询可得同样节省（16.7%）；100 万到 1,600 万行比例不变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覆盖的更新全部检测到，不向使用方返回错误答案；修复以学习时刻为基准，不需要参考答案；同快照验证消除并发写入下的失效窗口。维护效率与通用缓存相当，不是本文的贡献。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来源：exp/2026-10-02-cache-baseline-tpcds（配对回放、回归基准、维护成本）、快照压力测试（同快照验证），与论文宏 \Rp*、\Tr*、\Sn*、\CbStag* 一致。错答 = 在条件已被破坏的数据上照常返回答案。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没有谓词能恢复唯一性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2070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5448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学会的计算规则会因数据变化而不再正确，但 SQL 仍能正常执行。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52360" y="242316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32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不仅保存规则，还保存规则成立的条件；使用时保证这些条件在实际执行的数据快照上仍然成立。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52360" y="374904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8587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0624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条件被破坏后，只有找到唯一且通过回归测试的修复才发布新修订，否则让旧修订失效，防止错误知识继续传播。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都对，保护的是遵守接口、声明了受管修订的查询。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2026-10-08T09:38:36Z</dcterms:created>
  <dcterms:modified xsi:type="dcterms:W3CDTF">2026-10-08T09:38:36Z</dcterms:modified>
</cp:coreProperties>
</file>