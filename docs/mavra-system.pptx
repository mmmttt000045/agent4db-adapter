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8539630-7261-3397-ab94-4b703fecbfdb}">
          <p14:sldIdLst>
            <p14:sldId id="256"/>
          </p14:sldIdLst>
        </p14:section>
        <p14:section name="问题" id="{abbc5dd3-e938-4c3a-1997-c1658289db67}">
          <p14:sldIdLst>
            <p14:sldId id="257"/>
            <p14:sldId id="258"/>
          </p14:sldIdLst>
        </p14:section>
        <p14:section name="方法" id="{1c82e162-05ca-f44e-792e-349b583d76cf}">
          <p14:sldIdLst>
            <p14:sldId id="259"/>
            <p14:sldId id="260"/>
            <p14:sldId id="261"/>
          </p14:sldIdLst>
        </p14:section>
        <p14:section name="结果" id="{1de1f3b3-93a2-aa30-eb36-b935ce503928}">
          <p14:sldIdLst>
            <p14:sldId id="262"/>
          </p14:sldIdLst>
        </p14:section>
        <p14:section name="总结" id="{2114277e-73f1-2b42-58a1-5c7d6f2190a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先用一句话说明这项工作：多个数据 agent 在同一个数据库上回答业务问题。一个 agent 学会了“门店营业额”的口径和 SQL，我们希望其他 agent 直接复用，而不是每次从零摸索；难点在于数据持续写入，学到的指标定义可能静默失效。MAVRA 是位于 agent 和数据库之间的共享记忆层，负责让共享的指标定义可靠：只发布通过校验的定义；查询执行前校验其前提在当前数据上仍然成立；数据变化后统一维护与优化。汇报顺序：我们在做什么 → 难点 → 从三个视角介绍方法（系统架构、数据模型、生命周期），各一张图 → 实验结果 → 总结与边界，共 8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基于大模型，接到业务问题后自主查看表结构、编写 SQL 并给出结果。它的难点不在 SQL 语法，而在指标口径：营业额用哪一列金额、按哪个日期归属月份，这些信息不在表结构里。左侧是实验记录：只给出“门店营业额”这个名称，没有共享定义的 agent 独立求解三次，两次选用了折扣前销售额（ss_ext_sales_price），结果错误；一次选用了实付金额（ss_net_paid），结果正确。每次重新摸索，结果就不稳定；45 道未参与学习的新问题，准确率只有 49%。右侧：把一个 agent 学到的指标定义共享出去，三次均命中同一定义，结果正确，交互只需 3 轮；新问题准确率 100%，单题耗时从 75.6 秒降到 8.5 秒，提速 8.9 倍，token 减少 39%。这是共享本身带来的提升。这里的“指标定义”指 agent 学到的计算规则，例如：门店营业额 = 门店销售实付金额之和，按销售日期归属月份。共享也带来新的问题：数据持续写入，指标定义可能静默失效——下一页给出例子。MAVRA 就是为解决这个问题设计的共享记忆层。与 Text-to-SQL 的区别：Text-to-SQL 研究如何把一个问题转换成一条 SQL，不保留状态；MAVRA 不生成 SQL，它保存 agent 学到的指标定义，并保证这些定义在数据变化后仍然正确。它也不同于指标平台（由人工声明指标，运行时不校验声明中的关联关系）和数据质量规则（按表校验人工编写的规则，不知道哪个指标依赖哪条规则）：MAVRA 的前提条件由系统从 SQL 推导，因此清楚每个指标依赖哪些前提。
来源：noctis results/scen-20261002，未参与学习的问题 M1-P1（9 月门店营业额）；无共享：dsv41flash-r1-a、r2-b、r3-a；MAVRA：dsv41flash-r1–r3-g3fix--snap；49% → 100% 与 5 轮 → 3 轮：论文宏 \Ds*；75.6 → 8.5 秒、token 减少 39%：tools/sharing-stats.py（\AmHold*）。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先看一个示意的小账本。第一天有三笔订单，指标“营业额 = 金额之和”算出 600 元，结果正确。第二天订单 002 更正为 250 元。数据仓库的常见做法是保留旧行、标记为历史，再插入一行当前记录。沿用原定义会把 200 和 250 都计入，得到 850 元，正确结果是 650 元。SQL 本身没有错，是它隐含的假设“每个订单只有一行”不再成立。下半部分是实验中的真实记录，查询的都是 9 月门店营业额，三种写入各自从原始数据开始。增量加载追加了一批 9 月新销售，小票号都是新的，9 月销售额确实翻倍，沿用原定义结果正确；数据更正后，沿用原定义多算了 137 万；重复加载把同一批数据又加载了一次，9 月同样翻倍，但这次是错的。同样是 2613.9 万，一对一错，区别只在于同一笔销售是否出现了两次，也就是主键是否重复。三种写入都是日常的 ETL 操作，表结构没有变化，SQL 不报错，agent 会给出错误结果且毫无察觉；而指标定义是共享的，一处失效，所有引用它的 agent 同时出错。因此只保存 SQL 不够，还要把前提显式保存下来、在使用前校验，这是 MAVRA 的出发点。
来源：noctis results/scen-20261002，dsv41flash-r1–r3-g3fix--schema（仅在表结构变更时失效，3 次运行结果相同）；增量加载 = 复制 9 月门店销售行并更换小票号（src/scenario.rs Change::Append）；数据更正 = Change::Revision。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下面从三个视角介绍方法。第一个视角是系统架构：MAVRA 处在什么位置，承担哪些职责。图中按编号阅读：1–2 是发布（紫色），3–6 是使用（蓝色），7–9 是数据写入后的维护与优化（黑色）。上方是两类 agent：左侧的内置 agent 基于大模型，负责学习；右侧的用户 agent 可以有很多个，负责提问、编写 SQL、复用指标定义。一次学习，多次复用。中间是共享记忆：每个指标定义保存口径、SQL、前提条件和版本号（下一页展开），此外按（前提，表版本）缓存校验结果，跨指标、跨 agent 复用。第 1 步，内置 agent 完成学习任务，提交候选定义。第 2 步，发布前校验：结果经确认正确（实验中用参考答案判定，生产环境由指标负责人确认一次），并且按定义重新生成的 SQL 能在学习时的数据上复现相同结果，通过后连同前提条件一起入库。例：门店营业额 v1，3 月 1357.0 万。第 3 步，用户 agent 取指标定义，再提交 SQL 并声明所用的指标版本（run_sql 的 metrics 参数）。第 4 步，执行前校验读取该版本的前提条件和已缓存的校验结果。第 5 步，在本次查询的快照上校验前提，通过后在同一快照上执行，校验与执行之间其他事务提交的写入对本次查询不可见。第 6 步，返回有效版本和查询结果。例：增量加载后声明 v2，9 月 2613.9 万，结果正确。第 7 步，ETL 照常写入，MAVRA 不拦截写入；每次写入在同一事务内递增表版本号。第 8 步，下次使用时 MAVRA 比较表版本，只对受影响的前提执行校验查询。第 9 步，把结果写回共享记忆：通过则继续使用；不通过则自动修复并发布新版本，无法修复则置为失效。此外，发现结果等价且执行更快的 SQL 时，校验后也发布为新版本。例：数据更正后修复得到 v3；日期键范围过滤的写法快 19.8%，成为 v2。发布前校验、执行前校验和自动修复都是 MAVRA 在数据库上执行的 SQL，不依赖大模型判断。
来源：学习与 3 月 1357.0 万：noctis results/scen-20261008-trace（--trace 逐次记录工具调用，副本 exp/2026-10-08-optimize/trace）；v2 计时与增量加载后的 9 月结果：noctis results/scen-20261008-opt/metric-1791439498065570（metric-global-opt）。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第二个视角是数据模型：共享记忆里保存的到底是什么。一个指标定义 = 口径 + SQL + 前提条件 + 版本号。图中按编号阅读：上半部分 1–3 从左到右，下半部分 4–7 从上到下。上半部分（1 SQL 结构 → 2 隐含的数据假设 → 3 前提条件）说明前提条件从哪里来：由系统根据 SQL 的结构自动推导。对事实表求和，隐含“一行对应一笔销售明细”的粒度假设，对应的前提是主键唯一，即行数等于不同主键（小票号，商品）的数量；关联日期维表并按月过滤，隐含 N:1 的关联基数，对应维表主键唯一，否则关联会使行数膨胀；内连接会丢弃关联不上的行，因此要求关联不上的行不超过学习时的比例（容差 0.1 个百分点），即参照完整性。论文中把前提分为四类：粒度、关联基数、日期角色、参照完整性；门店营业额只关联日期维表，关联基数和日期角色都归结为“维表主键唯一”，所以 v1 有 3 个前提。v2 把期间过滤改写为日期键范围，这种写法还要求每月的日期键连续，因此新增第 4 个前提“日期键连续”。每个前提对应一条校验 SQL，发布时连同学习时的基准值一起保存，之后由 MAVRA 在数据库上执行。下半部分说明为什么需要前提条件。第 4 行是上一页的三种写入，都基于同一份初始数据。先看第 6 行：SQL 都不报错，增量加载和重复加载的结果都是 2613.9 万，一对一错；数据更正后多算了 137 万。再看第 5 行，前提条件能把它们区分开：增量加载新增的都是新小票号，主键唯一校验通过，可以继续使用；数据更正后 1,065,915 行只有 1,000,000 个不同主键，重复加载后 1,110,165 行只有 1,000,000 个，主键唯一校验不通过，不能直接使用。其余 3 个前提在三种情况下都通过；日期维表没有写入，其上的两个前提无需重新校验。第 7 行是结论。校验不通过之后如何处理，是下一页的内容。前提条件也有覆盖不到的情况，例如金额单位由元改为分，行数和主键都不变，最后一页会说明。
来源：前提校验结果：noctis results/scen-20261008-opt/metric-1791439498065570（metric-global-opt） 的 maintenance 事件（append、revision、dupload 三个阶段：粒度校验 1,065,915 行 / 1,000,000 个主键与 1,110,165 / 1,000,000，参照完整性校验通过，date_dim 无写入、两个前提跳过）；沿用原定义的结果与正确结果：noctis results/scen-20261002 dsv41flash-r1-g3fix--schema；前提的四类划分与命题 1：论文 §4。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第三个视角是生命周期：一个指标定义随着数据变化会经历哪些状态。图中按编号 1–10 阅读：先沿中间一行从左到右，再看上方的优化，最后沿下方一行从右到左。颜色与第一张图的三项职责对应：紫色是发布，蓝色是使用，黑色是维护与优化，红色虚线是指标失效。第 1 步学习：内置 agent 完成学习任务、提取指标定义。第 2 步发布前校验：通过后入库，同时保存前提条件和证据。例：3 月门店营业额 1357.0 万，结果正确，发布 v1，带 3 个前提。第 3 步“有效”是指标定义的正常状态：使用方声明指标版本后直接使用。第 4 步优化：MAVRA 为已发布的定义寻找更快的 SQL，只有在各期间结果一致、并且在同一快照内配对测量确实更快时，才发布为新版本，新 SQL 依赖的假设也加入前提条件。例：期间过滤改写为日期键范围，14 个期间结果一致，29.1 → 23.3 毫秒，快 19.8%，成为 v2，新增前提“日期键连续”。第 5 步待校验：指标定义依赖的表一旦发生写入，就进入待校验状态——这个状态并不持久化，而是在使用时比较表版本得出的；写入发生时不做任何处理。第 6 步执行前校验：下次使用时，在本次查询的快照上只校验受影响的前提，校验结果按表版本缓存、跨指标复用。校验通过，回到第 3 步继续使用。例：增量加载后，9 月 2613.9 万，结果正确。校验不通过，进入下方一行。第 7 步自动修复：在取值较少的列上寻找“列 = 值”形式的过滤条件，要求能恢复前提且不丢失主键，并且可行的过滤条件必须唯一。第 8 步回归测试：在学习时的数据上重算，结果必须与学习时一致。第 9 步发布新版本，回到第 3 步；引用旧版本的查询会被拒绝。例：数据更正后主键重复，只有 ss_is_current = '1' 可行，3 月重算仍为 1357.0 万，发布 v3，9 月 1293.3 万，结果正确；若不维护、沿用 v2，结果为 1430.1 万。第 10 步：如果找不到可行的过滤条件，或者可行的不止一个（例如同时存在主表和备份），MAVRA 不自动选择，而是将指标置为失效并通知使用方：引用它的查询被拒绝，由使用方自行处理，等待重新学习（回到第 1 步）。例：重复加载后，没有过滤条件能消除主键重复。图中未画出的一种情况：写入只破坏了优化时新增的前提（例如某个月的日期键被重新编号、不再连续），而 v1 的前提都成立，此时只撤下 v2、恢复 v1；实验中 4 个指标定义这样回退，之后 20 个查询结果全部正确。
来源：学习：noctis results/scen-20261008-trace（--trace 逐次记录工具调用，副本 exp/2026-10-08-optimize/trace）；优化计时、三种写入的 maintenance / revoked / repair_* 事件与 9 月结果：noctis results/scen-20261008-opt/metric-1791439498065570（metric-global-opt）；沿用 v2 的 1430.1 万：results/scen-20261002 dsv41flash-r1-g3fix--schema；恢复 v1：论文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上方三个数字分别对应三点。共享：未参与学习的新问题，单题耗时从 75.6 秒降到 8.5 秒，提速 8.9 倍，准确率从 49% 提升到 100%；这是共享本身带来的提升，任何共享方法都具备。维护：差别出现在数据变化之后。5 类破坏性写入下，MAVRA 准确率 73%，检索历史示例 57%，提示 agent 自行校验数据也只有 63%，仅按表结构变更失效 59%。正确性：在不使用大模型、固定已学指标定义、只更换维护方式的受控实验中，前提可检测的写入下 MAVRA 没有错误结果，仅按表结构变更失效的做法有 629 个错误结果；并发写入下 11,297 次查询，没有一次基于违反前提的数据返回结果，而校验与执行不在同一快照时，这一比例为 3.8–4.6%。表中列出了每种方法的机制。“检索历史示例”是 agent 记忆中常见的做法：保存成功的问答，按相似度检索作为参考，但不校验数据是否变化。MAVRA 还有一个消融版本“每次全量重新校验”（校验与修复相同，去掉按表版本复用），准确率为 82% / 74%，与 MAVRA 相当，说明准确率来自校验与修复本身；按表版本复用只节省时间，论文不把效率作为贡献。73% 不是 100%：剩余错误集中在两类写入——重复加载和日期键格式变更都能检测到，但没有过滤条件能修复，指标失效后由 agent 自行重新探索，准确率分别为 59% 和 15%；其余三类破坏性写入都能自动修复，准确率 93%–100%。金额单位变化（上游改为按分记账，数值乘以 100）所有方法都无法发现，作为对照未列入表中；该场景下各共享方法均为 48%，答对的是本身不受影响的问题。
来源：exp/2026-10-02-scenarios-ds（scen-stats.json：MAVRA = metric-global-snap，消融 = metric-global-def，各类写入的准确率在 per_change；论文宏 \Ds*）、exp/2026-10-02-cache-baseline-tpcds 与快照压力测试（\Rp*、\Sn*）、tools/sharing-stats.py（\AmHold*）。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三句话总结。问题：agent 学到的指标定义被共享后，可能因日常数据写入而静默失效，SQL 不报错；方法：共享记忆层，为指标定义自动推导前提条件，在发布、使用、维护与优化三个环节把关；结果：共享提升了效率和准确率，数据变化后 MAVRA 准确率最高，前提可检测的写入下没有错误结果。边界需要说明清楚。能做到的：保留历史行且有唯一当前标记时，检测并自动修复；整批重复加载，能检测但无法修复，置为失效并通知；主表和备份同时存在、无法判断哪份是业务事实时，不自动选择，交由人工确认。做不到的：数值本身错误而结构没有变化，行数和主键都不变，前提条件无法检测——例如上游改为按分记账；又如时区换算把 10 月 1 日凌晨的销售记到 9 月 30 日，每个日期键都存在且唯一，只是日期错了，数据库中没有依据，需要与源系统对账才能发现。MAVRA 也不判断业务口径是否正确，这需要业务方确认；它保障的是在 run_sql 中声明了指标版本的查询，未声明的 SQL 正常执行和审查，但不在保证范围内。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MAVRA：面向数据 agent 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可维护共享记忆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 学到的指标定义可被安全复用，并随数据变化持续维护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我们在做什么：把 agent 学到的指标口径变成可靠的共享记忆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基于大模型，接到“9 月门店营业额是多少”这类业务问题后，自主查看表结构、编写 SQL 并给出结果。难点在指标口径：用哪一列金额、按哪个日期归属月份，这些信息不在表结构里。</a:t>
            </a:r>
            <a:endParaRPr lang="en-US" sz="1500" dirty="0"/>
          </a:p>
        </p:txBody>
      </p:sp>
      <p:sp>
        <p:nvSpPr>
          <p:cNvPr id="4" name="card 无共享：每个 agent 各自摸索口径"/>
          <p:cNvSpPr/>
          <p:nvPr/>
        </p:nvSpPr>
        <p:spPr>
          <a:xfrm>
            <a:off x="548640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无共享：每个 agent 各自摸索口径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同一问题独立求解三次：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两次选用折扣前销售额：1413.8 万 ✗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一次选用实付金额：1307.0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</a:t>
            </a:r>
            <a:endParaRPr lang="en-US" sz="1500" dirty="0"/>
          </a:p>
        </p:txBody>
      </p:sp>
      <p:sp>
        <p:nvSpPr>
          <p:cNvPr id="7" name="card 共享指标定义：一次学习，多 agent 复用"/>
          <p:cNvSpPr/>
          <p:nvPr/>
        </p:nvSpPr>
        <p:spPr>
          <a:xfrm>
            <a:off x="6278728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共享指标定义：一次学习，多 agent 复用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三次均命中同一指标定义：1307.0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交互轮数从 5 轮降至 3 轮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 → 100%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单题耗时 75.6 秒 → 8.5 秒，提速 8.9 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96512"/>
            <a:ext cx="10545775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难点：数据持续写入。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数据变化可能使共享的指标定义静默失效（SQL 不报错，结果出错）；一处失效，所有引用它的 agent 同时出错。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 agent 与数据库之间的共享记忆层——只发布通过校验的指标定义；查询执行前校验其前提在当前数据上仍然成立；数据变化后统一维护与优化。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Text-to-SQL 的区别：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将单个问题转换为一条 SQL，不保留状态；MAVRA 不生成 SQL，而是管理 agent 学到、需要反复复用的指标定义，可与任意 Text-to-SQL 模型或 agent 配合使用。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难点：数据变化会使指标定义静默失效，SQL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 · 第一天：指标“营业额 = 金额之和”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4871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按指标定义计算：600 元 ✓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53312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2670048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沿用原定义：850 元 ✗（应为 650 元）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200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实验记录：查询 9 月门店营业额；三种写入均基于同一份初始数据，始终沿用学到的指标定义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4787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1645920"/>
                <a:gridCol w="2224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沿用原定义的结果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月新销售（新小票号），+27,095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旧行保留并标记为非当前，插入更正后的行，+65,915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个月的销售批次被重复加载，+110,165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193792"/>
            <a:ext cx="1054577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本身没有错，出错的是它隐含的数据假设：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“每笔销售只有一行”。三种写入都不改变表结构，SQL 正常执行；增量加载与重复加载的结果完全相同，却一对一错。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只共享 SQL 不够，还要把隐含假设显式化为可执行的前提条件，随指标定义一起保存，并在使用前校验。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视角一 · 系统架构：MAVRA 的位置与三项职责</a:t>
            </a:r>
            <a:endParaRPr lang="en-US" sz="2800" dirty="0"/>
          </a:p>
        </p:txBody>
      </p:sp>
      <p:pic>
        <p:nvPicPr>
          <p:cNvPr id="3" name="structure" descr="/home/zhanhao/mingtai/ppt/agentdb-mid/tools/deck/figures/structur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一次学习，多次复用：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发布决定哪些定义可以进入共享记忆；使用决定一次查询能否引用某个版本；维护与优化在数据变化后统一处理，结果由所有使用方共享。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视角二 · 数据模型：每个指标定义都附带前提条件</a:t>
            </a:r>
            <a:endParaRPr lang="en-US" sz="2800" dirty="0"/>
          </a:p>
        </p:txBody>
      </p:sp>
      <p:pic>
        <p:nvPicPr>
          <p:cNvPr id="3" name="definition" descr="/home/zhanhao/mingtai/ppt/agentdb-mid/tools/deck/figures/definition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前提条件由系统从 SQL 推导，而非人工编写：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依赖哪些数据假设，就校验哪些假设。SQL 都不报错时，只有前提条件能识别出导致结果出错的写入。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视角三 · 生命周期：校验、修复、优化与失效</a:t>
            </a:r>
            <a:endParaRPr lang="en-US" sz="2800" dirty="0"/>
          </a:p>
        </p:txBody>
      </p:sp>
      <p:pic>
        <p:nvPicPr>
          <p:cNvPr id="3" name="process" descr="/home/zhanhao/mingtai/ppt/agentdb-mid/tools/deck/figures/process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010" y="1005840"/>
            <a:ext cx="9559676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不静默返回错误结果：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校验延迟到下次使用，且只校验受写入影响的前提；修复只接受唯一的过滤条件，并经回归测试；无法修复则置为失效并通知使用方。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按图中编号顺序阅读；绿色“例”为贯穿全文的示例，取自实验记录（来源见备注）；数据为仿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实验结果：共享提升效率与准确率，数据变化后 MAVRA 准确率最高</a:t>
            </a:r>
            <a:endParaRPr lang="en-US" sz="2800" dirty="0"/>
          </a:p>
        </p:txBody>
      </p:sp>
      <p:sp>
        <p:nvSpPr>
          <p:cNvPr id="3" name="stat 共享"/>
          <p:cNvSpPr/>
          <p:nvPr/>
        </p:nvSpPr>
        <p:spPr>
          <a:xfrm>
            <a:off x="548640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8.9 倍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未参与学习的新问题，单题耗时 75.6 秒 → 8.5 秒；准确率 49% → 100%</a:t>
            </a:r>
            <a:endParaRPr lang="en-US" sz="1200" dirty="0"/>
          </a:p>
        </p:txBody>
      </p:sp>
      <p:sp>
        <p:nvSpPr>
          <p:cNvPr id="7" name="stat 维护"/>
          <p:cNvSpPr/>
          <p:nvPr/>
        </p:nvSpPr>
        <p:spPr>
          <a:xfrm>
            <a:off x="4338218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类破坏性写入后的准确率；检索历史示例 57%，无共享 19%</a:t>
            </a:r>
            <a:endParaRPr lang="en-US" sz="1200" dirty="0"/>
          </a:p>
        </p:txBody>
      </p:sp>
      <p:sp>
        <p:nvSpPr>
          <p:cNvPr id="11" name="stat 正确性"/>
          <p:cNvSpPr/>
          <p:nvPr/>
        </p:nvSpPr>
        <p:spPr>
          <a:xfrm>
            <a:off x="8127797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56397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56397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前提可检测的写入下错误结果为 0（仅按表结构变更失效：629 个）；并发写入下 0 次基于违反前提的数据返回结果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6148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端到端准确率：DeepSeek V4.1 Flash agent，每种方法独立运行 3 次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93615"/>
                <a:gridCol w="128016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类写入后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破坏性写入后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每次从零探索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保存成功的问答与 SQL，按相似度检索，不做校验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自行校验数据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按表结构变更失效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共享定义，仅在表结构变更时失效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 + 前提校验、自动修复与失效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422392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重复加载、日期键格式变更可检测，但无法自动修复（指标失效后由 agent 自行探索，准确率 59%、15%）；金额单位由元改为分时，行数与主键不变，前提条件无法检测，所有方法均出错。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类写入 = 4 类常规写入 + 5 类破坏性写入（退货状态行、保留历史行的更正、重复加载、商品维表拉链表、日期键格式变更）+ 备份副本 + 金额单位变化。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总结：能力与边界</a:t>
            </a:r>
            <a:endParaRPr lang="en-US" sz="2800" dirty="0"/>
          </a:p>
        </p:txBody>
      </p:sp>
      <p:sp>
        <p:nvSpPr>
          <p:cNvPr id="3" name="card 问题"/>
          <p:cNvSpPr/>
          <p:nvPr/>
        </p:nvSpPr>
        <p:spPr>
          <a:xfrm>
            <a:off x="548640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学到的指标定义被共享后，可能因日常数据写入而静默失效，SQL 不报错，结果却是错的。</a:t>
            </a:r>
            <a:endParaRPr lang="en-US" sz="1600" dirty="0"/>
          </a:p>
        </p:txBody>
      </p:sp>
      <p:sp>
        <p:nvSpPr>
          <p:cNvPr id="6" name="card 方法"/>
          <p:cNvSpPr/>
          <p:nvPr/>
        </p:nvSpPr>
        <p:spPr>
          <a:xfrm>
            <a:off x="4338218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2538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共享记忆层，为每个指标定义自动推导前提条件：发布前校验；执行前在查询快照上校验；数据变化后统一校验、修复或失效，并发布更快的等价 SQL。</a:t>
            </a:r>
            <a:endParaRPr lang="en-US" sz="1600" dirty="0"/>
          </a:p>
        </p:txBody>
      </p:sp>
      <p:sp>
        <p:nvSpPr>
          <p:cNvPr id="9" name="card 结果"/>
          <p:cNvSpPr/>
          <p:nvPr/>
        </p:nvSpPr>
        <p:spPr>
          <a:xfrm>
            <a:off x="8127797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02117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共享使新问题提速 8.9 倍、准确率 49% → 100%；破坏性写入后准确率 73%（检索示例 57%）；前提可检测的写入下 0 错误，并发下 0 次违规执行。</a:t>
            </a:r>
            <a:endParaRPr lang="en-US" sz="1600" dirty="0"/>
          </a:p>
        </p:txBody>
      </p:sp>
      <p:sp>
        <p:nvSpPr>
          <p:cNvPr id="12" name="card 能做到"/>
          <p:cNvSpPr/>
          <p:nvPr/>
        </p:nvSpPr>
        <p:spPr>
          <a:xfrm>
            <a:off x="548640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能做到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保留历史行且有唯一当前标记：检测并自动修复为新版本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整批重复加载：可检测，无法修复时置为失效并通知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主表与备份并存：有歧义，不自动选择，交由人工确认</a:t>
            </a:r>
            <a:endParaRPr lang="en-US" sz="1500" dirty="0"/>
          </a:p>
        </p:txBody>
      </p:sp>
      <p:sp>
        <p:nvSpPr>
          <p:cNvPr id="15" name="card 做不到"/>
          <p:cNvSpPr/>
          <p:nvPr/>
        </p:nvSpPr>
        <p:spPr>
          <a:xfrm>
            <a:off x="6278728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53048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数值错误但行数与主键不变（如金额单位由元改为分）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判断业务口径是否正确（如是否含税，需业务方确认）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未声明指标版本的 SQL：正常执行，但不在保证范围内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MAVRA：面向数据 agent 的可维护共享记忆</dc:title>
  <dc:subject>PptxGenJS Presentation</dc:subject>
  <dc:creator>PptxGenJS</dc:creator>
  <cp:lastModifiedBy>PptxGenJS</cp:lastModifiedBy>
  <cp:revision>1</cp:revision>
  <dcterms:created xsi:type="dcterms:W3CDTF">2026-10-10T05:45:41Z</dcterms:created>
  <dcterms:modified xsi:type="dcterms:W3CDTF">2026-10-10T05:45:41Z</dcterms:modified>
</cp:coreProperties>
</file>