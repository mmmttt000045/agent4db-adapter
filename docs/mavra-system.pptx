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17caf189-0f06-f42e-2ba0-cba90e40016f}">
          <p14:sldIdLst>
            <p14:sldId id="256"/>
          </p14:sldIdLst>
        </p14:section>
        <p14:section name="问题" id="{4288fefd-cd1f-79c7-1ddd-3fc6a3cae490}">
          <p14:sldIdLst>
            <p14:sldId id="257"/>
            <p14:sldId id="258"/>
          </p14:sldIdLst>
        </p14:section>
        <p14:section name="MAVRA" id="{2ccac3cf-66d8-4be8-29cc-8108fe0a8646}">
          <p14:sldIdLst>
            <p14:sldId id="259"/>
            <p14:sldId id="260"/>
          </p14:sldIdLst>
        </p14:section>
        <p14:section name="发布" id="{c9a6dcd3-0402-7bad-6fa5-1dcded8f627c}">
          <p14:sldIdLst>
            <p14:sldId id="261"/>
          </p14:sldIdLst>
        </p14:section>
        <p14:section name="依赖" id="{5e2a7fdb-03d6-5d2e-d002-7eb31cdb211e}">
          <p14:sldIdLst>
            <p14:sldId id="262"/>
          </p14:sldIdLst>
        </p14:section>
        <p14:section name="维护与改进" id="{b1dedda9-4510-0f55-27bc-971c8a925d38}">
          <p14:sldIdLst>
            <p14:sldId id="263"/>
          </p14:sldIdLst>
        </p14:section>
        <p14:section name="实验结果" id="{68460059-d63b-5a53-fdcd-ed19adc791cf}">
          <p14:sldIdLst>
            <p14:sldId id="264"/>
          </p14:sldIdLst>
        </p14:section>
        <p14:section name="边界与总结" id="{f8328482-f442-14b8-20cb-e95b673fa32d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很多数据智能体在同一个数据库上工作。一个智能体学会了怎么算“营业额”，别的智能体也想用；但数据库每天都在更新，学到的规则可能在不知不觉中不再适用，而 SQL 照样能执行。MAVRA 是放在智能体与数据库之间的中间件：保存智能体学到的规则，记住规则成立的条件，在规则被使用时保证条件在实际执行的数据上仍然成立，条件被破坏时修复或禁用。顺序：问题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先说清楚这不是一个 Text-to-SQL 工作。Text-to-SQL 研究的是翻译：给定自然语言问题和数据库模式，生成一条 SQL，评价这条 SQL 对不对；它是无状态的，每个问题独立处理，不保留任何结果。MAVRA 不生成 SQL。它位于智能体与数据库之间，智能体对数据库的访问都经由它转发；它关注的是智能体在探索中获得的知识——营业额对应哪一列、两张表怎么连——如何持久化、如何共享、数据更新后是否仍然有效。下面是实验记录：题目只给“门店营业额”这个名称，无共享定义的智能体三次独立求解，两次选了折扣前的扩展销售额，错；一次选了净支付额，对。选哪一列是业务口径，模式里没有，Text-to-SQL 每次重新猜，答案不稳定。接入 MAVRA 后检索到共享的定义，三次都对，3 轮完成。所以两者处于不同层次：任何 Text-to-SQL 模型都可以作为用户智能体接在 MAVRA 上面。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月翻倍。三种更新都是普通 DML，表结构没变，查询不报错，智能体会非常自信地给出错误答案；而定义是共享的，一处失效所有智能体一起错。这就是 MAVRA 要解决的问题。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原来智能体直接访问数据库，现在 MAVRA 放在中间，不替代智能体，也不替代数据库。图里紫色是学习：内置智能体学到的定义通过准入检查后写入共享记忆；蓝色是检索定义：表版本变了，缺少验证结果的条件交给维护执行，再返回有效修订；橙色是执行 SQL：智能体声明依据的修订，在同一快照上验证后执行。右边三张卡就是 MAVRA 的三项职责，也是论文的三个问题：什么可以发布，何时可以依赖，由谁维护与改进。后面每一节讲一项。智能体看到的只是几个工具，最关键的是 run_sql 的 metrics 参数——声明这条 SQL 用的是哪条定义的哪个版本，MAVRA 的保证就挂在这个声明上。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是智能体学到的：连接日期表按年月筛选。v2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万。编号的用处在于声明：智能体说“我用 v2”，MAVRA 就能判断 v2 现在还能不能用。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第一项职责：发布。一条规则不是学到就直接相信。内置智能体拿到一道给定业务口径的学习任务，用 7 次工具调用写出 SQL，答案正确——实验里用参考答案判定，部署中由负责这个指标的人确认一次。然后大模型把零散的学习过程整理成知识卡：给智能体看的“怎么算”，和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必须得到同样答案。实验里真拦下过一例：提取时丢了“电子”这个类别过滤，原来的智能体答 274.1 万是对的，但别人拿到的 SQL 会返回 1352.1 万。发布时同时记下四类条件，这就是 v1 成立的前提。命题 1 说它们够用：都成立时每笔业务恰好计一次；但金额换单位这种取值层面的变化发现不了。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第二项职责：依赖。这是另一个智能体 B 做一道没见过的题的真实调用，4 轮。它检索到门店营业额 v2，照着示例写出 SQL，执行时在 metrics 参数里声明依据的是 v2。MAVRA 收到声明后做三件事：核对 v2 还是当前修订；在这条查询的快照上验证 v2 的四个条件；然后在同一个快照上执行。为什么不每次都把几百万行重新检查一遍？因为每张表有版本号，版本没变，以前的验证结果就能复用，而且所有定义、所有智能体共享。为什么要在同一快照？因为 10:00:00 检查通过、10:00:01 别人插了一条重复记录、10:00:02 执行，答案就错了。把检查和执行放进同一个只读事务，相当于给账本拍一张照片，检查和计算都在这张照片上做。实验里并发写入下一万多次使用，没有一次在被破坏的数据上作答。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第三项职责：维护与改进，正好对应例子里的两次版本变化。左边是 v1 到 v2，改进：规则改写把按年月连接日期表改成按日期键范围过滤；先验证等价——学习时的数据上和当前数据的 14 个期间结果全部相同；再验证更省——同一快照里配对测执行时间，快了 19.8%，置信区间整体小于 0。注意新写法多了一个前提：日期键按月连续，它被记成 v2 的条件，以后数据变了也会检查。实验里 9 条定义都得到了更快的版本，后来的智能体多数照着新写法写。右边是 v2 到 v3，修复：数据更正后，下一个检索门店营业额的请求触发维护，发现 105 万行只有 99 万个键，v2 失效；在低基数列上找过滤，只有 ss_is_current = 1 能恢复每键一行且不丢键；如果两个过滤都可行，比如当前行和备份行，MAVRA 不擅自选；最后按学习时刻重算 3 月，和当初答案一致才发布 v3。必须用当初的数据比，因为今天的数据上当初的 SQL 也过期了。修不好就失效并通知，不猜。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左边是端到端：同一批题，每种方法独立跑 3 次。共享本身的收益很大：数据没变时从 49% 到 100%，任何共享方法都有，不是 MAVRA 独有。区别出现在数据变化之后：5 种破坏性更新下 MAVRA 73%，检索历史示例 57%，提示它自己验证也只有 63%。MAVRA 和整定义重查答案相同——两者用同样的条件和修复，只是重查更费。右边是系统层，不用大模型，固定学到的定义，只换维护方式：覆盖的更新下没有错答；并发下没有误答；回归测试不需要参考答案。维护效率和通用缓存相当，这一点我们不当成贡献。代价：建立记忆每轮 18 万 token、不到 5 分钟，按时间 5 道题就回本。负结果也如实说：单位变化谁都发现不了；定义失效又修不好时，使用者会自己去修，花的 token 比独自探索还多，这是下一步要解决的。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智能体没声明用了哪个修订，也不在保证范围内。两点要分清：MAVRA 不判断业务含义对不对，那需要有人给口径；它也不保证每条 SQL 都对，保护的是声明了受管修订的查询。最后三句话：问题——学到的知识共享出去后会因数据变化悄悄失效，SQL 却不报错；方法——共享记忆层替使用者把住发布、依赖、维护与改进三关；结果——破坏性更新下 73% 对 57%，覆盖的更新 0 错答，并发下 0 次误答，建立记忆很快回本。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可维护的共享记忆：发布 · 依赖 · 维护与改进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与 MAVRA：不同层次的问题</a:t>
            </a:r>
            <a:endParaRPr lang="en-US" sz="2800" dirty="0"/>
          </a:p>
        </p:txBody>
      </p:sp>
      <p:sp>
        <p:nvSpPr>
          <p:cNvPr id="3" name="card Text-to-SQL"/>
          <p:cNvSpPr/>
          <p:nvPr/>
        </p:nvSpPr>
        <p:spPr>
          <a:xfrm>
            <a:off x="548640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将自然语言问题翻译为 SQL 查询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数据库模式（可附示例查询）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单条查询的正确性</a:t>
            </a:r>
            <a:endParaRPr lang="en-US" sz="1400" dirty="0"/>
          </a:p>
        </p:txBody>
      </p:sp>
      <p:sp>
        <p:nvSpPr>
          <p:cNvPr id="14" name="card MAVRA"/>
          <p:cNvSpPr/>
          <p:nvPr/>
        </p:nvSpPr>
        <p:spPr>
          <a:xfrm>
            <a:off x="6278728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智能体与数据库之间的记忆中间件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84568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智能体对数据库的全部访问经由它转发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智能体获得的数据库知识：表统计、连接路径、指标定义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84568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跨智能体、跨会话共享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98768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84568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已有知识在当前数据上的有效性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474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所选度量列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ss_ext_sales_price（扩展销售额，折扣前）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ss_net_paid（检索到共享的指标定义）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模型或数据智能体都可以作为用户智能体接入 MAVRA。MAVRA 不生成 SQL；它提供经过验证的知识，并在查询执行前验证其有效性。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业务口径不在模式中：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每次重新推断选哪一列，同一问题的答案不稳定；共享已验证的定义后，答案一致且轮数更少。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M1-P1；无共享定义：dsv41flash-r1-a、r2-b、r3-a；MAVRA：r1–r3-g3fix--snap。数据为仿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问题：共享的计算规则会因数据变化而失效，而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第一天（示意）：规则“营业额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按规则计算：600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沿用规则：850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规则本身没有错，错的是规则的前提“每个订单号只有一行”不再成立。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57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实验中的真实记录：定义发布后数据库持续更新，沿用已发布的定义（对照组）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沿用已发布的定义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4864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三种更新都是普通 DML，模式未变，查询仍成功执行：智能体会自信地给出错误答案；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规则被所有智能体共享：一处失效，所有使用方同时出错。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MAVRA：智能体与数据库之间的共享记忆层，承担三项职责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7374015" cy="3429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196975" y="1051560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79855" y="1124712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发布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379855" y="1435608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什么可以进入共享记忆：只收判题成功、通过 7 项准入检查的知识，连同它成立的条件一起保存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196975" y="2212848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79855" y="2286000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依赖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379855" y="2596896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一次使用何时可以依赖它：智能体声明所依据的修订，条件在这条查询的快照上成立才执行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196975" y="3374136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79855" y="3447288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维护与改进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379855" y="3758184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为所有使用者只做一次：数据变了就重新验证，能修则发新修订，修不好则失效；有更省的等价写法也发新修订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75488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84632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智能体看到的是工具：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list_tables · describe_table · join_path · find_metric(名称) · run_sql(sql, metrics=[{key, revision}]) · final_answer。metrics 参数就是“声明”：这条 SQL 依据哪条定义的哪个修订。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谁参与：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学习由内置智能体（大模型）完成，人只确认一次答案是否正确；维护由数据更新后第一个用到该定义的请求触发；修复有歧义时才交给人。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319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是数据变了：更正时旧行保留并标为非当前，v2 会把新旧两行都算进去（1430.1 万 ✗）；修复出 v3 后 v2 不能再用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月结果：v1 取自 results/scen-20261002（未做优化的 MAVRA 运行），v2、v3 取自 results/scen-20261008-trace；“快约 20%”为优化轮配对测量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学习任务给定业务口径：“3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内置智能体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大模型把题面、SQL、算式、表元数据整理成知识卡，剥离题目参数（月份）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项检查：业务依据 · 判定正确 · 静态合法 · 粒度成立 · SQL 审查 · 重放示例 SQL · 重放规范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给智能体看的：度量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11880"/>
            <a:ext cx="5059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金额从元改成美元，行数和键都没变，四类条件发现不了（实验里的“单位变化”对照）。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120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别的智能体只能读到这张知识卡。实验中被拦下的一例：提取时丢了“电子”类别过滤，智能体答的是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拦下的一例：results/scen-20260930/glm53-r3（M5-L2，论文宏 \PubEx*）。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用户智能体 B 的真实调用（没见过的题：“9 月的门店营业额”）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6110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依赖的表版本未变 → 返回当前修订 v2：口径、度量、粒度、注意事项、示例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describe_table("store_sales"),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run_sql(sql, metrics: [{key: "metric:门店营业额",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v2：核对是当前修订 → 在这条查询的快照上验证 v2 的四个条件（命中缓存则复用）→ 执行 → 13,069,651.80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final_answer(answer, used: ["r1"])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4904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每张表一个版本号，由语句级触发器在写入事务内更新：看到写入就一定看到版本变化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版本没变：直接复用验证结果，跨定义、跨智能体共享；变了：首次使用时只重验受影响的条件（增量加载后 6 条定义只验证 2 次）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342900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为什么要同一快照：检查通过 ≠ 执行时仍成立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749040"/>
            <a:ext cx="5379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检查通过 → 10:00:01 别人插入一行重复记录并提交 → 10:00:02 执行：在已被破坏的数据上作答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MAVRA：读版本、验证条件、执行 SQL 都在同一个可重复读的只读事务里；版本相同才复用验证结果（引理 1）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次在违反条件的数据上作答；先检查后执行为 3.8–4.6%；读延迟不变。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声明了已停用的版本 → 拒绝并要求重新取定义；没有声明 → 照常执行与审查，但不在保证范围内。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并发数字来自快照压力测试（论文宏 \Sn*）；10:00 的时刻为示意。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维护与改进：v1 → v2 换更快的写法，v2 → v3 修复数据变化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v1 → v2：候选 → 等价 → 更省 → 发布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规则改写：期间改用日期键范围过滤，不连接日期表（没有规则候选时才请大模型提议）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学习时快照上与 v1 结果相同；当前快照 14 个期间结果全部相同；新前提“日期键按月连续”成立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同一快照内配对 EXPLAIN ANALYZE：29.1 → 23.3 ms（−19.8%），95% 区间 [−9.1, −2.5]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v2，新前提成为它的条件；全部 9 条定义都得到更快的修订（省 15.6%–36.1%），后续 15 条查询有 9 条采用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55868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v2 → v3：在数据更正后的一次 find_metric 里完成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5868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表版本变了 → 粒度查询：1,055,610 行只有 989,695 个键 → v2 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在低基数列上找等值过滤，必须每键一行且不丢键：唯一可行 ss_is_current = '1'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若“当前行”和“备份行”两种过滤都通过，说不出哪份是事实 → 不选，失效并交给人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按学习时刻重算 3 月：学习时的 SQL 与 v3 都是 1357.0 万 → 发布 v3（若用当前数据比：1489.1 对 1342.4，会误拒正确的修复）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发现、搜索、回归都在这一次调用里完成：54.5 秒（两条同名定义），之后的请求直接拿到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006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修不好时：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整批重复加载，没有过滤能恢复唯一性 → 定义失效并通知使用方，等重新学到再发布。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改进和修复出来的修订都要过检查，新前提都成为条件，所有使用者共享结果；之后的智能体在 find_metric 里直接拿到 v3 和通知。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优化轮：results/scen-20261008-opt；回归的“当前数据”一行来自对照实验 dsv41flash-r1-g3fix--exref。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实验结果：共享带来准确，维护让它在数据变化后仍然准确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Flash，3 次独立运行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60120"/>
                <a:gridCol w="1051560"/>
                <a:gridCol w="128016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检索历史查询示例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提示自行验证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43800" y="1005840"/>
            <a:ext cx="4099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系统层：不用大模型，只换维护方式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543800" y="1325880"/>
            <a:ext cx="409925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配对回放 1,470 题次：覆盖的更新下 0 错答；按模式变更失效 629 错答；TPC-DS 上结论相同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 11,297 次使用：0 次在违反条件的数据上作答；先检查后执行 3.8–4.6%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按学习时刻回归：修复成功的数量与使用标准答案参照相同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维护耗时为整定义重查的 14%；按表版本缓存验证查询也能做到，效率不是贡献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452628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61772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轮；建立记忆每轮 18.1 万 token、283 s，按时间 5 道题、按 token 26 道题后回本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73%，检索示例 57%，提示它自行验证也只有 63%；MAVRA 与整定义重查答案相同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2、日期键格式变更。来源：exp/2026-10-02-scenarios-ds、exp/2026-10-02-cache-baseline-tpcds、快照压力测试；代价与回本由 tools/sharing-stats.py 算出。与论文宏 \Ds*、\Rp*、\Sn*、\Am*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没有谓词能恢复唯一性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智能体学到的数据库知识共享给别人后，会因数据变化悄悄失效，而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共享记忆层承担三项职责：只发布通过准入、带条件的知识；条件在查询快照上成立才允许依赖；数据变化后替所有使用者修复或失效，并发布更省的等价修订。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57%）；覆盖的更新 0 错答；并发写入下 0 次在被破坏的数据上作答；建立记忆按时间 5 道题后回本。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都对，保护的是遵守接口、声明了受管修订的查询。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2026-10-08T10:09:32Z</dcterms:created>
  <dcterms:modified xsi:type="dcterms:W3CDTF">2026-10-08T10:09:32Z</dcterms:modified>
</cp:coreProperties>
</file>