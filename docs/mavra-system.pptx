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5fc2a33-fb5f-7429-19d2-43043f71bcfe}">
          <p14:sldIdLst>
            <p14:sldId id="256"/>
          </p14:sldIdLst>
        </p14:section>
        <p14:section name="功能与结构" id="{178ded1e-0a72-7035-db64-6169b6d439b8}">
          <p14:sldIdLst>
            <p14:sldId id="257"/>
            <p14:sldId id="258"/>
          </p14:sldIdLst>
        </p14:section>
        <p14:section name="工作流" id="{6ad964c6-b151-b073-dd78-3be5d502b736}">
          <p14:sldIdLst>
            <p14:sldId id="259"/>
            <p14:sldId id="260"/>
          </p14:sldIdLst>
        </p14:section>
        <p14:section name="真实例子" id="{659b2b30-4e42-7ee3-5bac-8cd5276ac3fc}">
          <p14:sldIdLst>
            <p14:sldId id="261"/>
            <p14:sldId id="262"/>
            <p14:sldId id="263"/>
            <p14:sldId id="264"/>
          </p14:sldIdLst>
        </p14:section>
        <p14:section name="小结" id="{59ee6e9d-e3e2-817c-7b72-306d51afab1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先讲系统：由哪几部分组成、各做什么、一次请求怎么走、指标定义坏了怎么办；再用实验里的真实记录走一遍“门店营业额”这个例子。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先用一句话说清问题：指标定义被共享，数据会变，定义可能悄悄算错。MAVRA 做三件事：学习指标定义（紫色）、数据变了就重新校验（蓝色）、执行前把关（橙色）。后面三张图用的是同一套颜色，讲的都是“门店营业额”这个例子。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左边是用户智能体，它发两种请求。蓝色 1–5 是查询指标定义：智能体只说“营业额”，查询服务从指标库读出定义；销售表的数据变了，某条规则在新数据版本上还没有校验结果，就交给维护去校验，结果写入缓存，再返回有效的 v2。橙色 6–8 是执行 SQL：智能体写好 SQL 并注明用的是 v2，执行前校验复用缓存里的结果，在同一快照上执行。紫色是学习：内置智能体学到的定义，发布前校验通过才进入指标库。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上面一行是查询指标定义：按名称匹配到“门店营业额”（“电子品类门店营业额”也包含这几个字，一并返回，由智能体按口径说明挑选）；再看销售表的数据版本有没有变（14 变成 15）；然后逐条规则查缓存：“每笔销售一行”电子品类那个指标刚校验过，直接复用；日期表没变，复用；“丢行率不超标”在 15 上没有结果，现在校验并写入缓存；最后返回有效的 v2。中间是校验结果缓存：按（规则，数据版本）存，表里写明谁写入、哪一步复用。下面一行是执行 SQL：先检查注明的 v2 能不能用；再在这条查询的快照上校验——这期间又有写入，数据版本变成 16，所以两条规则在快照里重新校验并写入缓存；最后在同一快照上执行。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跟着门店营业额走一遍，后面四页是这个过程的真实记录。内置智能体回答“3 月门店营业额”，答案核验正确、发布前校验通过，发布 v1。之后追加一批新销售：规则仍成立，其他指标直接复用结果，还是 v1。再之后有一批销售被更正：旧行保留但标成非当前，新增当前行——“每笔销售一行”不成立，v1 停用，不处理会把新旧两版都算进去。修复时在取值少的列上试过滤，只有“只算当前行”可行；用学习时的数据重算 3 月，结果一致，发布 v2。红框是另一种情况：一批销售被重复装载，没有任何过滤能修好，就停用并提醒，等待重新学习。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这一页开始是实验里的真实记录。内置智能体拿到一道给出口径的题，几步就写出 SQL，答案和标准答案一致。然后大模型把它整理成右边这条定义，MAVRA 从定义里推出三条校验规则：每笔销售一行、日期键唯一、丢行率不超标。学习时有 1.03% 的销售关联不到日期表，这个比例被记下来，以后超过才算异常。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同一个问题“9 月门店营业额”，在三种日常写入下分别问一次。追加新数据：定义仍然对，MAVRA 重新校验后继续用；而且电子品类、退货率等 6 个依赖销售表的指标，一共只跑了 2 次校验，其余直接复用。数据更正：数据仓库里很常见的做法是旧行不删、标成非当前，再插一行新的。不维护的话会把新旧两版都加进去，多出 137 万；MAVRA 停用旧定义、修好后答对。重复装载：一批数据被导了两次，没法用过滤修好，MAVRA 停用并提醒智能体，智能体自己去重，3 次里 2 次答对。重点：这三种都是普通的数据写入，表结构没变，只看表结构的做法完全发现不了。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数据更正之后，第一个用到销售表的查询到来，先检查名称匹配到的电子品类营业额。MAVRA 一校验就发现每个销售键平均有 1.07 行，停用旧定义；然后自动找修复，只有“只算当前行”这一个过滤可行，四项检查都过了，发布 v2，一共 28.7 秒。接着检查门店营业额：它依赖的是同一条规则、同一个数据版本，结果和修复都直接复用，45.8 毫秒就好了。退货率因为要关联销售表，也跟着修好。最后用户智能体收到提醒，按新定义写 SQL，答对。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为什么回归测试不能直接用现在的数据？学习题问的是 3 月，而这次更正正好覆盖 3 月。在现在的数据上，智能体当初写的 SQL 本身就会把旧版本也算进去，得到 1489 万；正确的新定义得到 1342 万，两者对不上，正确的修复就被拒了。我们实际跑过这个对照：用现在的数据比，这个修复确实被拒绝。用学习时的数据比，两者都是 1357 万，修复被接受。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四句话收尾：结构、功能、工作流，以及例子说明的事——日常写入就会让共享的定义悄悄出错，MAVRA 能发现，能唯一修好就修，修不了就停用，不让错误答案出去。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MAVRA：让智能体共享的指标定义，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数据变了也不出错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 · 功能 · 工作流 · 一个真实例子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数据智能体学到的指标定义（例如“门店营业额怎么算”）会被很多智能体共享；数据一变，定义可能悄悄算错。MAVRA 是位于智能体和数据库之间的中间件，负责：</a:t>
            </a:r>
            <a:endParaRPr lang="en-US" sz="1600" dirty="0"/>
          </a:p>
        </p:txBody>
      </p:sp>
      <p:sp>
        <p:nvSpPr>
          <p:cNvPr id="4" name="card 学习指标定义"/>
          <p:cNvSpPr/>
          <p:nvPr/>
        </p:nvSpPr>
        <p:spPr>
          <a:xfrm>
            <a:off x="548640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内置智能体（大模型）回答给出口径的题目；答案核验正确、发布前校验通过，才把定义发布到指标库，所有智能体共用。</a:t>
            </a:r>
            <a:endParaRPr lang="en-US" sz="1600" dirty="0"/>
          </a:p>
        </p:txBody>
      </p:sp>
      <p:sp>
        <p:nvSpPr>
          <p:cNvPr id="9" name="card 数据变了就重新校验"/>
          <p:cNvSpPr/>
          <p:nvPr/>
        </p:nvSpPr>
        <p:spPr>
          <a:xfrm>
            <a:off x="4338218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2468880"/>
            <a:ext cx="502920" cy="50292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数据变了就重新校验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记录每个指标定义依赖的校验规则（如“每笔销售一行”）。数据一变，只重新校验受影响的规则；校验结果按（规则，数据版本）缓存，大家共用。规则不成立就修复，修不了就停用。</a:t>
            </a:r>
            <a:endParaRPr lang="en-US" sz="1600" dirty="0"/>
          </a:p>
        </p:txBody>
      </p:sp>
      <p:sp>
        <p:nvSpPr>
          <p:cNvPr id="14" name="card 执行前把关"/>
          <p:cNvSpPr/>
          <p:nvPr/>
        </p:nvSpPr>
        <p:spPr>
          <a:xfrm>
            <a:off x="8127797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2468880"/>
            <a:ext cx="502920" cy="50292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执行前把关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智能体的 SQL 注明用的是哪个指标的哪一版；执行前在这条查询的快照上校验规则，过期或已停用的版本直接拒绝。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系统结构：一次请求怎样经过 MAVRA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工作流①：查询指标定义，再执行 SQL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工作流②：指标定义的学习、停用与修复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369"/>
            <a:ext cx="11094415" cy="40696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真实例子①：内置智能体学到“门店营业额”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门店销售行的净支付额（store_sales.ss_net_paid）之和，按销售日期归属期间。保留两位小数。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内置智能体：5 轮、7 次工具调用、9.5 秒，最后的 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31012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ROUND(SUM(ss.ss_net_paid),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store_sales 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date_dim 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ss.ss_sold_date_sk = d.d_date_sk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d.d_year = … AND d.d_moy =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006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13,570,368.70，与标准答案一致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大模型把解题过程抽取成定义（10 秒）；7 项发布前校验全部通过（2.0 秒），发布为 v1。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11430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存进指标库的定义（v1）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681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370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门店营业额（别名：门店销售净额）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门店销售明细行净支付额之和，按销售日期归属期间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上 SUM(ss_net_paid)，无过滤条件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 + 小票号 + 商品，即每笔销售一行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关联 date_dim（销售日）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校验规则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每笔销售一行；日期键唯一；丢行率不超标（学习时 1.03%）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学习题、学习时的 SQL 和答案、当时的数据版本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真实例子②：三种日常写入，同一个问题“9 月门店营业额”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429000"/>
                <a:gridCol w="1234440"/>
                <a:gridCol w="1828800"/>
                <a:gridCol w="3273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数据库里发生了什么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不维护（对照组）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9 月的销售复制一份、换新小票号，+27,095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规则仍成立，保持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个指标只跑了 2 次校验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部分销售被更正：旧行保留并标为非当前（ss_is_current = 0），新增九折的当前行，共 65,915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新旧两版都算了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 v1 → 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（只算 ss_is_current = '1'）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个月的销售整批又装载了一次，+110,165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月翻倍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找不到修复 → 停用并提醒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智能体自己去重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次运行中 2 次答对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三种写入都是普通的 INSERT / UPDATE，表结构都没变。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所以“只在表结构变化时让定义失效”的做法一次也发现不了，数据更正和重复装载时 3 次运行全部答错。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对照组：只在表结构变化时才让定义失效，3 次独立运行答案相同。MAVRA 栏为第 1 次运行；追加和更正 3 次运行结果相同，重复装载见表。数据为仿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真实例子③：数据更正之后，MAVRA 依次做了什么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937760"/>
                <a:gridCol w="5742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第一个用到销售表的查询到来。先检查名称匹配到的“电子品类门店营业额”：销售表变了，重新校验“每笔销售一行”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“1065915 行只有 1000000 个不同键（平均每键 1.07 行）”，用时 5.5 秒 → 停用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在取值少的列上逐个试过滤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ss_is_current = '1' 能做到每笔一行、一笔不少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对这个修复做 4 项检查：合法性、当前数据上的粒度、SQL 审查、回归测试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全部通过 → 发布 v2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（1–3 步共 28.7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接着检查“门店营业额”：同一条规则、同一个数据版本已经有结果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复用校验结果和修复，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就发布了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“门店退货率”要把销售和退货关联起来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关联路径现在要求只用当前行 → 也修复为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 B 问“9 月门店营业额”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收到 3 条提醒；SQL 带上 ss_is_current = '1'；答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轮，61.7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真实例子④：回归测试为什么要用学习时的数据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学习题问的是 3 月，正好在被更正的范围里。回归测试拿内置智能体当初的 SQL 当标准，和加了过滤的新定义各算一次 3 月：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959352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用哪份数据比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新定义（v2）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接受修复 ✓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拒绝了正确的修复 ✗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29768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在现在的数据里，当初的 SQL 自己也过时了——它把更正前的旧行也算了进去（1489.1 万）。它只在学习时的数据上被核验过是对的，所以只能在那份数据上当标准。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“现在的数据”一行来自对照实验（回归测试改用当前数据，dsv41flash-r1-g3fix--exref），系统记录原文：“结果 13423672.28 与期望 14890636.48 不一致”。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结构"/>
          <p:cNvSpPr/>
          <p:nvPr/>
        </p:nvSpPr>
        <p:spPr>
          <a:xfrm>
            <a:off x="548640" y="1600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508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用户智能体 → MAVRA（查询服务、指标库、内置智能体与维护）→ 数据库</a:t>
            </a:r>
            <a:endParaRPr lang="en-US" sz="1900" dirty="0"/>
          </a:p>
        </p:txBody>
      </p:sp>
      <p:sp>
        <p:nvSpPr>
          <p:cNvPr id="6" name="label 功能"/>
          <p:cNvSpPr/>
          <p:nvPr/>
        </p:nvSpPr>
        <p:spPr>
          <a:xfrm>
            <a:off x="548640" y="2743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43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651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学习指标定义；数据变了重新校验，校验结果缓存共用；执行前在同一快照上校验</a:t>
            </a:r>
            <a:endParaRPr lang="en-US" sz="1900" dirty="0"/>
          </a:p>
        </p:txBody>
      </p:sp>
      <p:sp>
        <p:nvSpPr>
          <p:cNvPr id="9" name="label 工作流"/>
          <p:cNvSpPr/>
          <p:nvPr/>
        </p:nvSpPr>
        <p:spPr>
          <a:xfrm>
            <a:off x="548640" y="3886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794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查指标定义 → 执行 SQL；数据变化 → 校验 → 修复或停用 → 重新学习</a:t>
            </a:r>
            <a:endParaRPr lang="en-US" sz="1900" dirty="0"/>
          </a:p>
        </p:txBody>
      </p:sp>
      <p:sp>
        <p:nvSpPr>
          <p:cNvPr id="12" name="label 例子"/>
          <p:cNvSpPr/>
          <p:nvPr/>
        </p:nvSpPr>
        <p:spPr>
          <a:xfrm>
            <a:off x="548640" y="5029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029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4937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追加、更正、重复装载都是日常写入，表结构不变；MAVRA 都能发现，能修就修，修不了就停用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MAVRA：系统结构、功能与工作流</dc:title>
  <dc:subject>PptxGenJS Presentation</dc:subject>
  <dc:creator>PptxGenJS</dc:creator>
  <cp:lastModifiedBy>PptxGenJS</cp:lastModifiedBy>
  <cp:revision>1</cp:revision>
  <dcterms:created xsi:type="dcterms:W3CDTF">2026-10-07T09:55:03Z</dcterms:created>
  <dcterms:modified xsi:type="dcterms:W3CDTF">2026-10-07T09:55:03Z</dcterms:modified>
</cp:coreProperties>
</file>