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1e5d74d7-b375-2995-2093-3bc7beb137ab}">
          <p14:sldIdLst>
            <p14:sldId id="256"/>
          </p14:sldIdLst>
        </p14:section>
        <p14:section name="问题" id="{78411a1d-68bb-3e73-f465-53d8e43474dd}">
          <p14:sldIdLst>
            <p14:sldId id="257"/>
            <p14:sldId id="258"/>
          </p14:sldIdLst>
        </p14:section>
        <p14:section name="MAVRA" id="{d3c81382-11f3-a12b-7cf6-9e43ef9717bd}">
          <p14:sldIdLst>
            <p14:sldId id="259"/>
            <p14:sldId id="260"/>
          </p14:sldIdLst>
        </p14:section>
        <p14:section name="检查什么" id="{4bca11af-35ce-633f-7be2-25d0d3e8bdd4}">
          <p14:sldIdLst>
            <p14:sldId id="261"/>
            <p14:sldId id="262"/>
          </p14:sldIdLst>
        </p14:section>
        <p14:section name="何时检查" id="{7fdb5722-45d4-afd3-7cdd-34ba81208877}">
          <p14:sldIdLst>
            <p14:sldId id="263"/>
            <p14:sldId id="264"/>
          </p14:sldIdLst>
        </p14:section>
        <p14:section name="失败后怎么办" id="{c336b912-ab54-6a67-3b82-e640710e0f03}">
          <p14:sldIdLst>
            <p14:sldId id="265"/>
            <p14:sldId id="266"/>
          </p14:sldIdLst>
        </p14:section>
        <p14:section name="真实记录" id="{79bcf0a2-d2c0-93a4-e79c-e05f71e8d402}">
          <p14:sldIdLst>
            <p14:sldId id="267"/>
            <p14:sldId id="268"/>
          </p14:sldIdLst>
        </p14:section>
        <p14:section name="实验结果" id="{8cfa19e8-2dee-d752-e58e-9520d1f4f736}">
          <p14:sldIdLst>
            <p14:sldId id="269"/>
            <p14:sldId id="270"/>
          </p14:sldIdLst>
        </p14:section>
        <p14:section name="边界与总结" id="{865d3fd3-e479-6c9a-b8fe-f54468a8054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做的三件事 → 放在哪里 → 规则怎样存进去 → 检查什么 → 何时检查 → 失败后怎么办 → 一个完整的真实例子 → 实验 → 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先说清楚这不是一个 Text-to-SQL 工作。Text-to-SQL 研究的是翻译：给定自然语言问题和数据库模式，生成一条 SQL，评价这条 SQL 对不对；它是无状态的，每个问题独立处理，不保留任何结果。MAVRA 不生成 SQL。它位于智能体与数据库之间，智能体对数据库的访问都经由它转发；它关注的是智能体在探索中获得的知识——营业额对应哪一列、两张表怎么连——如何持久化、如何共享、数据更新后是否仍然有效。下面是实验记录：题目只给“门店营业额”这个名称，无共享定义的智能体三次独立求解，两次选了折扣前的扩展销售额，错；一次选了净支付额，对。选哪一列是业务口径，模式里没有，Text-to-SQL 每次重新猜，答案不稳定。接入 MAVRA 后检索到共享的定义，三次都对，3 轮完成。所以两者处于不同层次：任何 Text-to-SQL 模型都可以作为用户智能体接在 MAVRA 上面。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MAVRA 想成一个很认真的账本管理员，它做三件事。第一，记住规则成立的条件——比如每个订单号只能对应一笔有效销售。这对应论文的第一个问题：检查什么。第二，使用规则前检查条件，而且是在这条查询实际执行的那份数据快照上检查。对应第二个问题：何时检查。第三，条件不成立时，有唯一可靠的修法就修，否则禁止使用并通知。对应第三个问题：检查失败了怎么办。整篇论文可以理解为给这三个问题各设计了一个可靠的答案。下面这条逻辑链是整个汇报的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放在中间，不替代智能体，也不替代数据库。智能体看到的是一组工具：列出表、描述表、查询连接路径、检索指标定义、执行 SQL。图中蓝色 1–5 是检索指标定义：智能体只说“营业额”，查询服务从共享记忆读出定义；表版本变了，缺少验证结果的条件交给维护执行，结果写入缓存，再返回有效修订 v2。橙色 6–8 是执行 SQL：智能体声明依赖 v2，执行前验证复用缓存，在同一快照上执行。紫色是学习：内置智能体学到的定义通过准入检查后写入。MAVRA 记四类记忆：有什么表什么列、表之间怎么连、学会过哪些计算规则、这些规则依赖的条件最近检查是否通过。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一条规则不是学到就直接相信，要走准入流程，像加入竞赛队要审核。内置智能体拿到一道给定业务口径的学习任务，写出 SQL，答案正确。这一步 MAVRA 自己不能凭空知道业务规则对不对：实验里用参考答案，实际公司里由负责这个指标的人确认一次。然后把零散的学习过程整理成一张知识卡，分两部分：给智能体看的“怎么算”，和 MAVRA 自己保管的“什么时候这样算是安全的”——验证条件、学习证据、表版本、使用者。再过七道检查。第七道尤其重要：只凭这张知识卡重新编译出的 SQL 必须得到同样答案，因为别的智能体读到的只有这张卡，原来的智能体心里知道要过滤而卡上没写，后来的智能体就会算错。七道都通过才发布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从定义里推出四类条件。粒度键唯一：每件事情只登记一次，检查行数是否等于不同键的数量，当然要在定义的过滤之下算。连接基数：连接其他表时不能把一行变两行，比如门店表里同一个门店出现两次，一笔 100 元就会被算成 200 元；所以连接“1”那一侧的键必须唯一。日期角色：一个日期键只能连出一个日期，而且要按定义指定的日期，销售日不能和退货日混。日期键完整性：关联不上日期的记录会从按月统计里消失，学习时有 1.03%，允许 0.1 个百分点的容差，突然变成 8% 就不正常。论文的充分性命题说：这四类条件都成立，规范 SQL 就把每笔业务事件恰好计一次。但它不保证一切，比如金额换了单位，行数和键都没变，发现不了——实验里的单位变化就是这个对照。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个智能体每天都要查营业额，不能每问一次就把几百万行从头检查一遍。两个办法。一是给每张表盖版本章：9 点在版本 10 上验证通过并记下来；10 点另一个智能体来用，版本没变，直接复用；下午 2 点有写入，版本变成 11，旧结论不再适用，等有人用时再重新验证受影响的条件。版本必须可靠：由语句级触发器在写入事务内更新，看到写入就一定看到版本变化；PostgreSQL 自带的修改统计做不到这一点。二是惰性维护：更新后不立即重验所有规则，使用时只验相关的条件。但还有一个最容易被忽视的问题：10:00:00 检查通过，10:00:01 别人插入一条重复记录，10:00:02 执行查询就错了。检查正确不代表使用时还正确。MAVRA 用事务快照解决：在同一个可重复读的只读事务里读版本、验证条件、执行 SQL，相当于给账本拍一张照片，检查和计算都在这张照片上。引理 1 说明什么时候可以复用验证结论。实验里并发写入下 11,297 次使用没有一次在被破坏的数据上作答。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上方是检索指标定义：名称匹配到“门店营业额”（电子品类的同名定义一并返回，由智能体按口径选择）；比较 store_sales 的表版本（14 → 15）；逐个条件查缓存：“粒度键唯一”电子品类刚验证过，复用；date_dim 未变，复用；“日期键完整性”在版本 15 上没有结果，执行验证并写入缓存；返回有效修订 v2。中间是验证结果缓存：按（条件，表版本）存储，写入者和复用步骤都标出来了。下方是执行 SQL：先检查声明的 v2 是否有效；再在查询快照上验证——期间又有更新，表版本已是 16，两个条件在快照内重新验证并写入缓存；最后在同一快照上执行，得到 1293.3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回到订单 002。MAVRA 发现订单号重复，一行是旧记录，一行是当前记录。它去找一个过滤谓词：只保留 ss_is_current = 1，过滤后订单不再重复，总额 650 元。但不能看到一个像样的条件就用。候选必须满足两件事：过滤后每个键恰好一行；原来的键一个不丢——“只保留金额大于 200”也能去重，但 100 元的订单没了，这不叫修复。还要唯一：如果 is_current 和 is_backup 两个过滤都通过，表结构说不出哪份是业务事实，MAVRA 不擅自选，定义失效，交给人确认。宁可说不知道怎么安全地修，也不猜。修复通过结构检查之后还要考一次试：像换一种解法重做老师判过的那道题，答案必须一样。必须用当初那份数据，因为今天的数据已经变了，当初的 SQL 在上面同样过期，我们实际跑过：按当前数据比，正确的修复会被拒绝。通过后发布 v2，v1 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把前面几页串在一张图上。内置智能体求解“3 月门店营业额”，判定正确、准入检查通过，发布 v1。增量加载：条件仍成立，其他定义复用验证结果，仍为 v1。数据更正：旧行标记为非当前，插入当前行——粒度键唯一不成立，v1 失效，不处理会把新旧版本都算进去。修复搜索只有 ss_is_current = 1 可行；按学习时刻重算 3 月，结果一致，发布 v2。红框是另一种结果：批次重复加载，没有谓词能恢复唯一性，定义失效并通知使用方，等待重新学习。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把整套系统的合作串起来。三条共享定义——电子品类营业额、门店营业额、退货率——都依赖同一张销售表。数据更正之后：第一个智能体来检索电子品类营业额，MAVRA 发现表版本变了，一验证，106 万行只有 100 万个键，重复了，v1 失效；修复搜索找到唯一可行的谓词，四项检查通过，发布 v2，共 28.7 秒。第二个智能体来检索门店营业额，依赖同一张表、同一个条件、同一个版本，验证结果和修复直接复用，45.8 毫秒。退货率要连接销售表，连接路径现在也要求这个谓词，同样修复。最后相关智能体收到通知，按新修订写 SQL，答案正确。这页的重点不是快，而是一个智能体发现的问题修好后，所有相关智能体得到一致的新知识。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前面讲的都是“保持正确”。这页讲“变得更省”：常见指标的写法常常有更省的等价形式，比如按期间统计时不连接日期维度，直接按日期键范围过滤。MAVRA 的做法和修复一样严格：候选可以来自规则、模型提议或智能体的成功轨迹；先验证等价——结构合法、新前提成立、学习时快照和当前快照上 14 个样本期间结果全部相同；再验证更省——同一快照内配对做 EXPLAIN ANALYZE，配对差的 95% 区间整体低于 0 且平均省 10% 以上；都通过才作为新修订发布，旧修订宽限可用并通知使用方。右边是集成测试的真实记录：门店营业额改为日期键范围过滤，14 个期间全部一致，执行时间省 14.6%，发布为 r1。关键是最后一句：更省的写法同样有前提，日期键按月连续；它被当作条件维护，前提被破坏时该修订失效。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与整定义重查答案相同，差异来自各次运行学到的定义不同。两个对照：单位变化不违反任何条件，所有方法同样过期，与命题的范围一致；备份副本下修复有歧义，MAVRA 按规则使定义失效，检索示例碰巧答对，这是如实保留的负结果。这些数字来自我们设定的实验，不是说在所有数据库和模型上都能达到。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系统层实验不用大模型：固定各次运行学到的定义库，只改变维护方式，比较的是机制本身。配对回放：合成数据 1,470 题次，MAVRA 在覆盖的更新下没有错答，99 个错答全部是单位变化这个对照；按模式变更失效有 629 个错答。TPC-DS 上用 99 个查询模板导出的定义，结论一致。同快照验证：并发写入下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14%，因为很多定义依赖同一张表的同一个条件；但按表版本缓存验证查询也能得到同样的节省，所以效率不是本文的贡献，贡献在于检查什么、何时可以依赖检查结果、失败后怎么办。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都对，保护的是声明了受管修订的查询。最后三句话：问题——学会的规则会因数据变化而失效，SQL 却不报错；方法——保存规则成立的条件，使用时在实际执行的快照上保证成立；贡献——只有唯一且通过回归测试的修复才发布，否则失效，不让错误知识传播。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共享智能体学到的计算规则 · 记住规则成立的条件 · 数据变化后仍然正确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28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4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84568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智能体获得的数据库知识：表统计、连接路径、指标定义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4568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74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SQL；它提供经过验证的知识，并在查询执行前验证其有效性。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业务口径不在模式中：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每次重新推断选哪一列，同一问题的答案不稳定；共享已验证的定义后，答案一致且轮数更少。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做三件事，对应论文的三个问题</a:t>
            </a:r>
            <a:endParaRPr lang="en-US" sz="2800" dirty="0"/>
          </a:p>
        </p:txBody>
      </p:sp>
      <p:sp>
        <p:nvSpPr>
          <p:cNvPr id="3" name="card 记住规则成立的条件"/>
          <p:cNvSpPr/>
          <p:nvPr/>
        </p:nvSpPr>
        <p:spPr>
          <a:xfrm>
            <a:off x="548640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记住规则成立的条件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从定义推出四类验证条件：粒度键唯一、连接基数 N:1、日期角色、日期键完整性。条件与学习证据、表版本一起保存——不仅记住公式，还记住公式为什么成立。</a:t>
            </a:r>
            <a:endParaRPr lang="en-US" sz="1400" dirty="0"/>
          </a:p>
        </p:txBody>
      </p:sp>
      <p:sp>
        <p:nvSpPr>
          <p:cNvPr id="9" name="card 使用前在实际执行的快照上检查"/>
          <p:cNvSpPr/>
          <p:nvPr/>
        </p:nvSpPr>
        <p:spPr>
          <a:xfrm>
            <a:off x="4338218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1417320"/>
            <a:ext cx="457200" cy="45720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使用前在实际执行的快照上检查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表版本未变：复用已有的验证结果；已变：在这条查询自己的快照内重新验证，通过后在同一快照上执行。检查结果按（条件，表版本）缓存，跨定义、跨智能体共享。</a:t>
            </a:r>
            <a:endParaRPr lang="en-US" sz="1400" dirty="0"/>
          </a:p>
        </p:txBody>
      </p:sp>
      <p:sp>
        <p:nvSpPr>
          <p:cNvPr id="15" name="card 唯一修复，否则失效"/>
          <p:cNvSpPr/>
          <p:nvPr/>
        </p:nvSpPr>
        <p:spPr>
          <a:xfrm>
            <a:off x="8127797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1417320"/>
            <a:ext cx="457200" cy="45720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96477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唯一修复，否则失效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恰好一个通过检查的修复：按学习时刻做回归测试，通过后发布新修订。没有或不止一个：定义失效，通知使用方，交给人确认——宁可说“不知道怎么安全地修”，也不猜一个答案。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整条逻辑链：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学到规则 → 记住它成立的条件 → 数据变化 → 使用前检查 → 安全则继续使用 → 不安全则尝试修复 → 修不好则失效并通知使用方。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不生成 SQL，也不判断业务含义；它保护的是“已经学会的规则在当前数据上还能不能用”。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放在哪里：智能体与数据库之间的中间件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79" y="1051560"/>
            <a:ext cx="8947138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949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 · run_sql（声明所依赖的指标修订）。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记四类记忆：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表统计信息、连接路径、指标定义、验证结果。最重要的是后两类：不仅记住公式，还记住公式成立的条件和最近一次检查是否通过。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一条规则怎样存进去：准入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学习任务（给定业务口径）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898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 5 轮写出 SQL，答案 13,570,368.70 与参考答案一致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秒），7 项准入检查（5.7 秒）通过后发布为修订 v1。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写入记忆的定义（知识卡）v1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212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 SUM(ss_net_paid)，无过滤谓词；粒度：销售日 × 小票号 × 商品；按销售日关联 date_dim；注意：不含税，内连接会排除 1.03% 未匹配行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验证条件：粒度键唯一、日期键唯一、日期键完整性；学习证据（学习时的 SQL、答案、表版本）、状态、修订号、使用者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349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智能体需要知道“怎么算”；MAVRA 需要知道“什么时候这样算是安全的”。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1005840"/>
            <a:ext cx="5562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25880"/>
          <a:ext cx="5562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24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规则有明确的业务口径，不是推测的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当初的答案经独立判定是对的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列存在；连接沿已验证路径；没把题目里的月份写死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 重新执行，结果不变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只凭这张知识卡编译出的 SQL 也得到同样答案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080760" y="4343400"/>
            <a:ext cx="556229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4434840"/>
            <a:ext cx="50136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其他智能体读到的只有这张知识卡。原来的智能体心里知道要过滤，知识卡没写，后来的智能体仍会算错。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检查什么：从定义推出的四类验证条件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74904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行只有 2 个订单号：002 出现了两次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不同键数（在定义的过滤谓词之下）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连接其他表不能把一行变两行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门店表里门店 A 出现两次，一笔 100 元的销售连接后变成 200 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一个日期键只连出一个日期，且按定义指定的日期（销售日而非退货日）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销售日期键在日期维度中只有一行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不能突然有大量记录找不到日期而漏算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 1.03% 的销售行关联不上日期；变成 8% 就不正常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充分性命题（命题 1）：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对每个期间把每笔业务事件恰好计一次；漏算只限于找不到日期键的那部分，并由完整性条件限定比例。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它不保证一切：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金额从元改成美元、日期键有效但指向错误日期——行数和键都没变，这四类条件发现不了。实验里的“单位变化”就是这样的对照。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何时检查：表版本、惰性维护，以及为什么要在同一快照内执行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执行验证，记录“版本 10 上粒度键唯一”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另一智能体使用：版本相同，直接复用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有写入提交：旧结果不再适用，首次使用时重新验证受影响的条件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6324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表版本由语句级触发器在写入事务内更新（分片计数器）：快照看到写入时一定也看到版本变化；DML 统计这类信号既不随事务提交也不即时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惰性维护：更新后不立即全量重验，定义首次被使用时只重新验证与变化表相关的条件；实验中增量加载后 6 条定义仅执行 2 次验证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为什么还要同一快照：检查通过 ≠ 执行时仍然成立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90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验证通过：粒度键唯一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另一事务插入一行重复记录并提交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执行查询：在已被破坏的数据上作答，答案错误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46520" y="3063240"/>
            <a:ext cx="5196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的做法：run_sql 打开 REPEATABLE READ、READ ONLY 事务，在同一快照内读表版本、复用或重新验证条件、执行业务 SQL——其他人此时修改真实数据，不影响这条查询看到的那份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1：若两个快照看到的表版本相同，且每次写表都在同一事务内更新版本，则该版本上的验证结论可以安全复用——保证的是缓存复用安全，而不是“版本号相同就一定没事”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937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次使用，MAVRA 0 次在违反条件的数据上作答；先检查后执行 3.8–4.6%；读延迟不变。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时刻为示意；版本机制与引理见论文第 6 节；并发数字来自快照压力测试（\Sn* 宏），增量加载的验证次数来自 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检查失败了怎么办：唯一修复，按学习时刻回归，否则失效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修复：找一个谓词，恢复“每个键一行”且不丢键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ss_is_current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 ss_is_current = '1' 之后：650 元 ✓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修复搜索在低基数列上枚举等值谓词，候选必须同时满足：过滤后每个键恰好一行；原有的键一个不丢（“只保留金额 &gt; 200”能去重，但丢了订单 001，不算修复）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唯一性：若 is_current = 1 与 is_backup = 1 都通过检查，表结构说不出哪一份是业务事实——不擅自选择，定义失效并交给人确认（实验中的“备份副本”）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回归测试：新定义要在学习时的数据上复现当初的答案</a:t>
            </a:r>
            <a:endParaRPr lang="en-US" sz="15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447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 as-of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发布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46520" y="2743200"/>
            <a:ext cx="5196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像换一种解法重做老师已经判过的那道题：答案必须相同。但必须用当初那份数据——今天的数据已经变了，学习时的 SQL 在上面同样过期（把旧行也算进去得 1489.1 万），比不出新解法对不对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学习时的答案是唯一被确认过的答案，所以修复不需要参考答案。数据仓库用时间旅行查询（FOR SYSTEM_TIME AS OF）取学习时刻的数据，原型保留学习时的副本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48463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9377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 v2 之后：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失效，声明 v1 的查询被拒绝；修复期间到达的请求等待结果；其他定义遇到相同的条件失败直接复用验证结果与修复；修不好的定义失效并通知使用方，等学到新证据再发布。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上表为示意；回归测试数字来自 noctis results/scen-20261002/dsv41flash-r1-g3fix--snap（端到端实验第 1 次 MAVRA 运行）。“当前数据”一行来自对照实验 dsv41flash-r1-g3fix--exref（系统记录：“结果 13423672.28 与期望 14890636.48 不一致”）。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一条定义的生命周期：学习、维护、修复、失效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复用验证结果与修复；失效后 → 重新学习，通过准入检查再作为新修订发布。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完整的故事：数据更正之后，三条共享定义怎样一起被修好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303520"/>
                <a:gridCol w="5379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第一个智能体检索“电子品类门店营业额”。store_sales 的表版本已变，重新验证“粒度键唯一”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1,065,915 行只有 1,000,000 个不同键（平均每键 1.07 行），耗时 5.5 秒 → v1 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修复搜索：在低基数列上枚举等值谓词；4 项检查（静态合法性、粒度、SQL 审查、按学习时刻回归）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唯一可行 ss_is_current = '1'，全部通过 → 发布 v2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（共 28.7 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第二个智能体检索“门店营业额”：同一张表、同一个粒度条件、同一个表版本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复用验证结果与修复，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“门店退货率”要连接 store_sales 与 store_returns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连接路径现在要求谓词 ss_is_current = '1' → 同样修复为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通知使用方：旧修订已被替代，请使用新修订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 B 收到 3 条通知，SQL 带上该谓词，答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这页要说明的不是“修得快”，而是：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一个智能体发现了共享知识的问题，MAVRA 修好后，所有相关智能体得到一致的新修订；同一个问题不必每个智能体各自重新发现、重新解决。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三种更新的结果：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增量加载——条件仍成立，保持 v1（6 条定义仅 2 次验证）；数据更正——v1 → v2，1293.3 万 ✓；重复加载——无唯一修复，失效并通知，智能体自行去重，3 次运行中 2 次答对。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迭代：常见指标的写法可以更省——验证等价与代价后作为新修订共享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怎么做：候选 → 等价 → 更省 → 发布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规则改写：期间谓词改为日期键范围过滤（不连接日期维度）、去掉未使用的关联；模型提议；智能体成功轨迹中的不同写法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结构合法、粒度成立；新前提成立（日期键按月连续）；学习时快照上与当前修订结果相同；当前快照上 14 个样本期间结果全部相同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同一快照内对每个期间配对做 EXPLAIN ANALYZE，先后交替；执行时间配对差的 95% 区间整体低于 0，且平均节省 ≥ 10%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作为同一定义的新修订；旧修订仍正确，宽限可用并通知使用方；新前提成为该修订的条件，随数据更新维护，不成立则失效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0058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真实记录：门店营业额（集成测试，store_sales 20 万行）</a:t>
            </a:r>
            <a:endParaRPr lang="en-US" sz="15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25880"/>
          <a:ext cx="51508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327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期间谓词改为日期键范围过滤，不连接 date_dim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between (select min(d_date_sk) from date_dim where …) and (select max(d_date_sk) …)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学习时快照一致；当前快照 14 个期间全部一致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执行时间 4.69 → 4.01 ms（−14.6%），95% 区间 [−1.10, −0.28] ms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读到的共享块 19,786 → 17,597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 → r1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r0 的查询仍被接受并收到通知；整轮 61 条查询、0.27 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更省的写法同样有前提：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日期键范围等价于维度连接，只在日期键按月连续时成立。这个前提被记为新修订的条件，与粒度、连接、日期条件一样维护；前提被破坏时该修订失效，回到维度连接的写法。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效率不是靠猜：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等价与代价都在同一个快照上按期间配对验证，达不到证据门槛就不发布；发布后所有智能体共享新写法。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results/optimize-test-1791439403141244/report.json（integration_tests::postgres_optimization_revision）。百万行端到端运行（metric-global-opt）进行中，完成后替换数字。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2、日期键格式变更。来源：exp/2026-10-02-scenarios-ds、exp/2026-10-03-session-latency，与论文宏 \Ds*、\ScenHold*、\Sl*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14.0%：很多定义依赖同一张表的同一个条件，只验共享的条件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按表版本缓存验证查询可得同样节省（16.7%）；100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智能体没有声明所依赖的指标修订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不在执行保证范围内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2070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5448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学会的计算规则会因数据变化而不再正确，但 SQL 仍能正常执行。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52360" y="242316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不仅保存规则，还保存规则成立的条件；使用时保证这些条件在实际执行的数据快照上仍然成立。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52360" y="374904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858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0624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条件被破坏后，只有找到唯一且通过回归测试的修复才发布新修订，否则让旧修订失效，防止错误知识继续传播。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2026-10-08T06:16:10Z</dcterms:created>
  <dcterms:modified xsi:type="dcterms:W3CDTF">2026-10-08T06:16:10Z</dcterms:modified>
</cp:coreProperties>
</file>