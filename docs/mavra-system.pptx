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a0825a03-b6d3-470f-883b-3050e231b7c7}">
          <p14:sldIdLst>
            <p14:sldId id="256"/>
          </p14:sldIdLst>
        </p14:section>
        <p14:section name="功能与结构" id="{ce010cf9-0cae-d3a0-498d-76784731c973}">
          <p14:sldIdLst>
            <p14:sldId id="257"/>
            <p14:sldId id="258"/>
          </p14:sldIdLst>
        </p14:section>
        <p14:section name="工作流" id="{1b2ec995-24fa-730d-dca8-3dd9eef07257}">
          <p14:sldIdLst>
            <p14:sldId id="259"/>
            <p14:sldId id="260"/>
          </p14:sldIdLst>
        </p14:section>
        <p14:section name="小结" id="{f87f79ae-74e0-9f52-10aa-ade3c527674d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这次只讲系统本身：它由哪几部分组成、各做什么、一个请求怎么走、口径怎么维护。三张图讲的是同一个例子：门店退货金额。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先用一句话说清问题：口径被共享，数据会变，口径可能悄悄算错。MAVRA 就做三件事：学到口径并共享（紫色）、数据变了就维护（蓝色）、使用时把关（橙色）。后面三张图里用的是同一套颜色。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左边是用户端智能体，它发两种请求。蓝色 1–5 是文本请求：智能体只说“退货金额”，查找从共享知识库读出定义；如果某个条件在当前表版本上还没有检查结果，就交给维护去查，查完存回去，再把有效定义返回。橙色 6–8 是 SQL 请求：智能体写好 SQL 并声明用了修订 2，同快照验证复用已有的检查结果，在同一快照上执行查询。紫色是学习：分析优化器学到的定义经准入检查后发布进来。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上面一行是查找：先按名称匹配，再比较定义读过的表有没有变（store_returns 从 14 变成 15），然后逐个条件查检查结果：“每笔退货一行”退货率已经查过，直接复用；date_dim 没变，复用；“日期不丢失”在 15 上没有结果，现在查并存进去。最后返回有效的修订 2。下面一行是执行：智能体按返回的字段写 SQL，声明修订 2；先核对这个修订能不能用，再在查询的快照上核对条件——这期间又有一次写入，表版本变成 16，所以两个条件在快照里重查并存入；最后在同一快照上执行，得到 3,294,349.93。中间的表就是检查结果，列出谁存的、哪一步复用了它。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跟着退货金额这个定义走一遍。分析优化器回答“4 月门店退货金额”，答案判对、通过准入，发布修订 1。之后追加迟到的退货，这是正常写入：条件仍成立，没变的表直接复用结果，还是修订 1。再之后每笔退货多了一行申请状态，这是破坏性写入：“每笔退货一行”不成立，修订 1 失效，不维护的话 5 月的答案会翻倍。修复时在取值很少的列上逐个试过滤，只有 sr_status = 完成 能恢复每笔退货一行，而且在学习时刻的数据上和智能体当初的 SQL 答案相同，于是发布修订 2。红框是另一种情况：追加整份备份副本后有两个过滤都能用，无法判断哪个对，就宁可失效，等重新学习。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最后用三句话收尾：结构是三个模块；功能是学习、维护、把关；工作流是先查有效定义、再在快照上验证执行，检查结果能复用就复用。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MAVRA：让共享的指标口径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在数据变化后仍然可靠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系统结构 · 功能 · 工作流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做三件事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数据智能体学到的指标口径（例如“门店退货金额怎么算”）会被很多智能体共享；数据一变，口径可能悄悄算错。MAVRA 是位于智能体和数据库之间的中间件，负责：</a:t>
            </a:r>
            <a:endParaRPr lang="en-US" sz="1600" dirty="0"/>
          </a:p>
        </p:txBody>
      </p:sp>
      <p:sp>
        <p:nvSpPr>
          <p:cNvPr id="4" name="card 学习并共享口径"/>
          <p:cNvSpPr/>
          <p:nvPr/>
        </p:nvSpPr>
        <p:spPr>
          <a:xfrm>
            <a:off x="548640" y="2286000"/>
            <a:ext cx="3515258" cy="3566160"/>
          </a:xfrm>
          <a:prstGeom prst="roundRect">
            <a:avLst>
              <a:gd name="adj" fmla="val 3121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560320"/>
            <a:ext cx="502920" cy="502920"/>
          </a:xfrm>
          <a:prstGeom prst="ellipse">
            <a:avLst/>
          </a:prstGeom>
          <a:solidFill>
            <a:srgbClr val="6A58A3"/>
          </a:solidFill>
          <a:ln w="12700">
            <a:solidFill>
              <a:srgbClr val="6A58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学习并共享口径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49040"/>
            <a:ext cx="296661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内置分析优化器（一个大模型智能体）回答给出口径的学习题；判题正确后提取成定义，通过准入检查才发布，所有用户端智能体共用。</a:t>
            </a:r>
            <a:endParaRPr lang="en-US" sz="1600" dirty="0"/>
          </a:p>
        </p:txBody>
      </p:sp>
      <p:sp>
        <p:nvSpPr>
          <p:cNvPr id="9" name="card 数据变了就维护"/>
          <p:cNvSpPr/>
          <p:nvPr/>
        </p:nvSpPr>
        <p:spPr>
          <a:xfrm>
            <a:off x="4338218" y="2286000"/>
            <a:ext cx="3515258" cy="3566160"/>
          </a:xfrm>
          <a:prstGeom prst="roundRect">
            <a:avLst>
              <a:gd name="adj" fmla="val 31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2538" y="2560320"/>
            <a:ext cx="502920" cy="502920"/>
          </a:xfrm>
          <a:prstGeom prst="ellipse">
            <a:avLst/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2538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32461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数据变了就维护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749040"/>
            <a:ext cx="296661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记录每个定义依赖的条件，例如“每笔退货一行”。表一变，只重查受影响的条件；检查结果按“条件 + 表版本”保存，跨定义、跨智能体复用。条件失败就修复，修不了就失效。</a:t>
            </a:r>
            <a:endParaRPr lang="en-US" sz="1600" dirty="0"/>
          </a:p>
        </p:txBody>
      </p:sp>
      <p:sp>
        <p:nvSpPr>
          <p:cNvPr id="14" name="card 使用时把关"/>
          <p:cNvSpPr/>
          <p:nvPr/>
        </p:nvSpPr>
        <p:spPr>
          <a:xfrm>
            <a:off x="8127797" y="2286000"/>
            <a:ext cx="3515258" cy="3566160"/>
          </a:xfrm>
          <a:prstGeom prst="roundRect">
            <a:avLst>
              <a:gd name="adj" fmla="val 31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02117" y="2560320"/>
            <a:ext cx="502920" cy="502920"/>
          </a:xfrm>
          <a:prstGeom prst="ellipse">
            <a:avLst/>
          </a:prstGeom>
          <a:solidFill>
            <a:srgbClr val="B5671A"/>
          </a:solidFill>
          <a:ln w="12700">
            <a:solidFill>
              <a:srgbClr val="B567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02117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402117" y="32461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使用时把关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3749040"/>
            <a:ext cx="296661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智能体的 SQL 要声明用了哪个定义的哪个修订。执行前在这条查询的同一快照上核对条件；过时或已失效的修订直接拒绝。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系统结构：一个请求怎样流经 MAVRA</a:t>
            </a:r>
            <a:endParaRPr lang="en-US" sz="30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11094415" cy="411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69384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请求处理</a:t>
            </a:r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：查找、同快照验证      </a:t>
            </a:r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共享知识库</a:t>
            </a:r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：定义、检查结果      </a:t>
            </a:r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学习与维护</a:t>
            </a:r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：分析优化器、维护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工作流①：查找有效定义，在快照上执行</a:t>
            </a:r>
            <a:endParaRPr lang="en-US" sz="3000" dirty="0"/>
          </a:p>
        </p:txBody>
      </p:sp>
      <p:pic>
        <p:nvPicPr>
          <p:cNvPr id="3" name="lookup" descr="/home/zhanhao/mingtai/ppt/agentdb-mid/tools/deck/figures/lookup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5959" y="1188720"/>
            <a:ext cx="10639777" cy="46634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035040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检查结果的复用：</a:t>
            </a:r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按“条件 + 表版本”保存，能复用就复用，只有表版本变了才重新检查。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工作流②：口径的学习、失效与修复</a:t>
            </a:r>
            <a:endParaRPr lang="en-US" sz="3000" dirty="0"/>
          </a:p>
        </p:txBody>
      </p:sp>
      <p:pic>
        <p:nvPicPr>
          <p:cNvPr id="3" name="lifecycle" descr="/home/zhanhao/mingtai/ppt/agentdb-mid/tools/deck/figures/lifecycl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11094415" cy="3553062"/>
          </a:xfrm>
          <a:prstGeom prst="rect">
            <a:avLst/>
          </a:prstGeom>
        </p:spPr>
      </p:pic>
      <p:sp>
        <p:nvSpPr>
          <p:cNvPr id="4" name="card 正常写入"/>
          <p:cNvSpPr/>
          <p:nvPr/>
        </p:nvSpPr>
        <p:spPr>
          <a:xfrm>
            <a:off x="548640" y="5061822"/>
            <a:ext cx="3515258" cy="1338978"/>
          </a:xfrm>
          <a:prstGeom prst="roundRect">
            <a:avLst>
              <a:gd name="adj" fmla="val 8195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244702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正常写入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747622"/>
            <a:ext cx="2966618" cy="470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只重查受影响的条件，其余结果复用；修订不变</a:t>
            </a:r>
            <a:endParaRPr lang="en-US" sz="1400" dirty="0"/>
          </a:p>
        </p:txBody>
      </p:sp>
      <p:sp>
        <p:nvSpPr>
          <p:cNvPr id="7" name="card 破坏性写入"/>
          <p:cNvSpPr/>
          <p:nvPr/>
        </p:nvSpPr>
        <p:spPr>
          <a:xfrm>
            <a:off x="4338218" y="5061822"/>
            <a:ext cx="3515258" cy="1338978"/>
          </a:xfrm>
          <a:prstGeom prst="roundRect">
            <a:avLst>
              <a:gd name="adj" fmla="val 8195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12538" y="5244702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破坏性写入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12538" y="5747622"/>
            <a:ext cx="2966618" cy="470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先失效；只有唯一的修复且回归测试通过，才发布新修订</a:t>
            </a:r>
            <a:endParaRPr lang="en-US" sz="1400" dirty="0"/>
          </a:p>
        </p:txBody>
      </p:sp>
      <p:sp>
        <p:nvSpPr>
          <p:cNvPr id="10" name="card 没有唯一修复"/>
          <p:cNvSpPr/>
          <p:nvPr/>
        </p:nvSpPr>
        <p:spPr>
          <a:xfrm>
            <a:off x="8127797" y="5061822"/>
            <a:ext cx="3515258" cy="1338978"/>
          </a:xfrm>
          <a:prstGeom prst="roundRect">
            <a:avLst>
              <a:gd name="adj" fmla="val 8195"/>
            </a:avLst>
          </a:prstGeom>
          <a:solidFill>
            <a:srgbClr val="FBEAE7"/>
          </a:solidFill>
          <a:ln w="12700">
            <a:solidFill>
              <a:srgbClr val="FBEAE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02117" y="5244702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没有唯一修复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402117" y="5747622"/>
            <a:ext cx="2966618" cy="470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宁可失效，等新的判题任务重新学习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</a:t>
            </a:r>
            <a:endParaRPr lang="en-US" sz="3200" dirty="0"/>
          </a:p>
        </p:txBody>
      </p:sp>
      <p:sp>
        <p:nvSpPr>
          <p:cNvPr id="3" name="label 结构"/>
          <p:cNvSpPr/>
          <p:nvPr/>
        </p:nvSpPr>
        <p:spPr>
          <a:xfrm>
            <a:off x="548640" y="1737360"/>
            <a:ext cx="146304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64592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请求处理、共享知识库、学习与维护三个模块，位于用户端智能体和 SQL 数据库之间</a:t>
            </a:r>
            <a:endParaRPr lang="en-US" sz="2000" dirty="0"/>
          </a:p>
        </p:txBody>
      </p:sp>
      <p:sp>
        <p:nvSpPr>
          <p:cNvPr id="6" name="label 功能"/>
          <p:cNvSpPr/>
          <p:nvPr/>
        </p:nvSpPr>
        <p:spPr>
          <a:xfrm>
            <a:off x="548640" y="3108960"/>
            <a:ext cx="146304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1089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301752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学习并共享口径；数据变化后维护；使用时在同一快照上把关</a:t>
            </a:r>
            <a:endParaRPr lang="en-US" sz="2000" dirty="0"/>
          </a:p>
        </p:txBody>
      </p:sp>
      <p:sp>
        <p:nvSpPr>
          <p:cNvPr id="9" name="label 工作流"/>
          <p:cNvSpPr/>
          <p:nvPr/>
        </p:nvSpPr>
        <p:spPr>
          <a:xfrm>
            <a:off x="548640" y="4480560"/>
            <a:ext cx="146304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44805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工作流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438912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文本请求查到有效定义，SQL 请求在快照上验证并执行；检查结果跨定义、跨智能体复用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MAVRA：系统结构、功能与工作流</dc:title>
  <dc:subject>PptxGenJS Presentation</dc:subject>
  <dc:creator>PptxGenJS</dc:creator>
  <cp:lastModifiedBy>PptxGenJS</cp:lastModifiedBy>
  <cp:revision>1</cp:revision>
  <dcterms:created xsi:type="dcterms:W3CDTF">2026-10-07T08:23:05Z</dcterms:created>
  <dcterms:modified xsi:type="dcterms:W3CDTF">2026-10-07T08:23:05Z</dcterms:modified>
</cp:coreProperties>
</file>