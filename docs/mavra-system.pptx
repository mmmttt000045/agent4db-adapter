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0af0462a-1d4c-e10a-cf0d-9ee51a3a2a1f}">
          <p14:sldIdLst>
            <p14:sldId id="256"/>
          </p14:sldIdLst>
        </p14:section>
        <p14:section name="问题" id="{1c04dc92-84fa-cbbc-9e3c-8ad74efd5baa}">
          <p14:sldIdLst>
            <p14:sldId id="257"/>
            <p14:sldId id="258"/>
          </p14:sldIdLst>
        </p14:section>
        <p14:section name="MAVRA" id="{07e08822-1dd5-8e56-e6a6-f34c8908488f}">
          <p14:sldIdLst>
            <p14:sldId id="259"/>
            <p14:sldId id="260"/>
          </p14:sldIdLst>
        </p14:section>
        <p14:section name="发布" id="{32d30936-3bbe-b6e0-c0dc-f2d627122482}">
          <p14:sldIdLst>
            <p14:sldId id="261"/>
          </p14:sldIdLst>
        </p14:section>
        <p14:section name="依赖" id="{f4ae9ba6-a516-79b4-0fa8-7e93e90487db}">
          <p14:sldIdLst>
            <p14:sldId id="262"/>
          </p14:sldIdLst>
        </p14:section>
        <p14:section name="维护与改进" id="{0406d693-028a-12c7-dec1-56dd81f993b8}">
          <p14:sldIdLst>
            <p14:sldId id="263"/>
          </p14:sldIdLst>
        </p14:section>
        <p14:section name="实验结果" id="{2930db29-898f-cdc6-8dc1-144011df06c1}">
          <p14:sldIdLst>
            <p14:sldId id="264"/>
          </p14:sldIdLst>
        </p14:section>
        <p14:section name="边界与总结" id="{b810d4b9-a658-c88d-43fb-ce309769bcf5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 agent 在同一个数据库上工作。一个 agent 学会了怎么算“营业额”，别的 agent 也想用；但数据库每天都在更新，学到的规则可能在不知不觉中不再适用，而 SQL 照样能执行。MAVRA 是放在 agent 与数据库之间的中间件：保存 agent 学到的规则，记住规则成立的条件，在规则被使用时保证条件在实际执行的数据上仍然成立，条件被破坏时修复或禁用。顺序：问题 → MAVRA 与三项职责 → 贯穿全场的例子（门店营业额 v1 → v2 → v3）→ 发布 → 依赖 → 维护与改进 → 实验 → 边界与总结，共 10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先交代场景。数据 agent 是接到业务问题、自己查表写 SQL 给出答案的大模型程序。它最难的不是写 SQL，而是弄清口径：营业额用哪一列、含不含税、按哪个日期归月——这些不在表结构里。下面是实验记录：只给“门店营业额”这个名称，没有共享定义的 agent 三次独立求解，两次选了折扣前的销售额，错；一次选了净支付额，对。每次重新猜，答案就不稳定。接入 MAVRA 取到共享的定义后，三次都对，只用 3 轮。这也是它和 Text-to-SQL 的区别：Text-to-SQL 研究把一个问题翻译成一条 SQL，没有状态；MAVRA 不生成 SQL，它保存 agent 学到的定义，并负责这些定义在数据变化后还对不对。任何 Text-to-SQL 模型都可以接在 MAVRA 上面。这里的“定义”就是一条学到的计算规则，后面一直用这个词。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先用一个示意的小账本。第一天三笔订单，规则“把每笔销售金额加起来”算出 600 元，正确。第二天订单 002 被更正为 250 元，数据仓库常见的做法是旧行不删、标记为非当前，再插入一行新的。沿用规则会把 200 和 250 都加进去，得到 850 元，正确答案是 650 元。注意：规则没有算错，是规则的前提“每个订单号只有一行”不再成立了。下半是实验里的真实记录：增量加载没问题；数据更正后沿用定义多算 137 万；重复加载让 9 月翻倍。三种更新都是日常的数据写入，表结构没变，查询不报错，agent 会非常自信地给出错误答案；而定义是共享的，一处失效所有 agent 一起错。结论落在最后一行：只存定义不够，还要把它成立的前提记下来，用之前检查——这就是 MAVRA 的出发点。数据更正这一行，后面会作为 v2 到 v3 的例子再出现。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接着上一页的结论：既然问题出在前提，MAVRA 就把定义和它的前提（条件）一起存，用之前检查。原来 agent 直接访问数据库，现在 MAVRA 放在中间，不替代 agent，也不替代数据库。这张图细节很多，第一遍只看三条彩色路径，细节后面几页会逐个讲。内置 agent 还能为已发布的定义提出更省的写法：维护先试规则改写，没有规则候选时才请它提议，候选都要通过等价和更省的验证才发布新修订（第 8 页）。准入检查和这些验证都是 MAVRA 在数据库上执行的查询，不由大模型判断。图里紫色是学习：内置 agent 学到的定义通过准入检查后写入共享记忆；蓝色是检索定义：表版本变了，缺少验证结果的条件交给维护执行，再返回有效修订；橙色是执行 SQL：agent 声明依据的修订，在同一快照上验证后执行。黑色粗箭头是维护写回指标定义：修复或优化后发布新修订，修不好就标为失效。图里 store_sales 刚有写入（v14 → v15）：读它的营业额和电子品类变成待验证，不读它的退货金额仍有效；date_dim 没变，日期键唯一的结论直接复用；缺的两个结果由这次检索交给维护补上，电子品类下次被用到时直接复用，不再执行。待验证不是存下来的状态，是使用时比较表版本得出的。右边三张卡就是 MAVRA 的三项职责，也是论文的三个问题：什么可以发布，何时可以依赖，由谁维护与改进。后面每一节讲一项。agent 看到的只是几个工具，最关键的是 run_sql 的 metrics 参数——声明这条 SQL 用的是哪条定义的哪个版本，MAVRA 的保证就挂在这个声明上。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后面所有页面都用这一个例子。先说清楚 v 是什么：它是版本号，同一条定义的第几版写法，按时间往下记，不是一级比一级高的等级。三个版本里口径从来没变，都是门店销售净支付额之和、按销售日期归月；变的只是 SQL 怎么写。v1 是 agent 学到的：连接日期表按年月筛选。v2 是 MAVRA 找到的更省写法：不连接日期表，直接按日期键范围筛选，结果和 v1 完全一样，快约 20%，但多了一个前提——日期键按月连续，这个前提也成为 v2 的条件。v3 是数据更正之后：旧行保留并标为非当前，v2 会把新旧两行都算进去，得到 1430.1 万；MAVRA 找到唯一可行的过滤 ss_is_current = 1，修复出 v3，答案 1293.3 万。编号的用处在于声明：agent 说“我用 v2”，MAVRA 就能判断 v2 现在还能不能用。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第一项职责：发布。一条规则不是学到就直接相信。内置 agent 拿到一道给定业务口径的学习任务，用 7 次工具调用写出 SQL，答案正确——实验里用参考答案判定，部署中由负责这个指标的人确认一次。然后大模型把零散的学习过程整理成知识卡：给 agent 看的“怎么算”，和 MAVRA 保管的“什么时候这样算是安全的”。题目里的月份这类参数要剥掉，否则别人拿到的是写死 3 月的 SQL。再过 7 项检查，第 7 项最重要：只凭知识卡编译出的 SQL 必须得到同样答案。实验里真拦下过一例：提取时丢了“电子”这个类别过滤，原来的 agent 答 274.1 万是对的，但别人拿到的 SQL 会返回 1352.1 万。发布时同时记下四类条件，这就是 v1 成立的前提。命题 1 说它们够用：都成立时每笔业务恰好计一次；但金额换单位这种取值层面的变化发现不了。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第二项职责：依赖。这是另一个 agent B 做一道没见过的题的真实调用，4 轮。它检索到门店营业额 v2，照着示例写出 SQL，执行时在 metrics 参数里声明依据的是 v2。MAVRA 收到声明后做三件事：核对 v2 还是当前修订；在这条查询的快照上验证 v2 的四个条件；然后在同一个快照上执行。为什么不每次都把几百万行重新检查一遍？因为每张表有版本号，版本没变，以前的验证结果就能复用，而且所有定义、所有 agent 共享。为什么要在同一快照？因为 10:00:00 检查通过、10:00:01 别人插了一条重复记录、10:00:02 执行，答案就错了。把检查和执行放进同一个可重复读的只读事务，相当于给账本拍一张照片，检查和计算都在这张照片上做。版本号由语句级触发器在写入事务里更新；论文的引理 1 证明了版本相同时复用验证结果是安全的。实验里并发写入下一万多次使用，没有一次在被破坏的数据上作答。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第三项职责：维护与改进，正好对应例子里的两次版本变化。左边是 v1 到 v2，改进：规则改写把按年月连接日期表改成按日期键范围过滤；先验证等价——学习时的数据上和当前数据的 14 个期间结果全部相同；再验证更省——同一快照里配对测执行时间，快了 19.8%，置信区间整体小于 0。注意新写法多了一个前提：日期键按月连续，它被记成 v2 的条件，以后数据变了也会检查。实验里 9 条定义都得到了更快的版本，后来的 agent 多数照着新写法写。右边是 v2 到 v3，修复：数据更正后，下一个检索门店营业额的请求触发维护，发现 105 万行只有 99 万个键，v2 失效；在低基数列上找过滤，只有 ss_is_current = 1 能恢复每键一行且不丢键；如果两个过滤都可行，比如当前行和备份行，MAVRA 不擅自选；最后按学习时刻重算 3 月，和当初答案一致才发布 v3。必须用当初的数据比，因为今天的数据上当初的 SQL 也过期了。修不好就失效并通知，不猜。还有一种情况：数据只破坏了 v2 新增的前提（比如日期维度重新装载、某个月换了新键，日期键不再按月连续），而 v1 的条件都成立。这时只撤下 v2、恢复 v1，不去搜索修复；实验里 4 条定义都这样回退，之后 20 个答案全对，而不维护这个前提的话季度和半年的答案会算错。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表里每种方法都写了做法。没有共享定义：每次自己探索。检索历史示例：把成功的问答存下来，按相似度取回参考，但不检查数据变没变。整定义重查：和 MAVRA 一样的检查与修复，只是每次把定义的条件全部重查一遍。读法：数据没变时，任何共享方法都从 49% 升到 100%——这是共享本身的收益，不是 MAVRA 独有。区别在数据变化之后：5 种破坏性更新下 MAVRA 73%，检索历史示例 57%，提示它自己验证也只有 63%。整定义重查和 MAVRA 准确率相同，因为检查方法一样；差别在耗时，MAVRA 只重查受影响的条件，维护耗时是它的 14%。按表版本缓存验证查询也能省下这部分，所以论文里不把效率当成贡献。系统层不用大模型，固定学到的定义、只换维护方式：覆盖的更新下没有错答，并发下没有误答，回归测试不需要标准答案。性能和负结果：有了共享记忆，留出题每题从 75.6 秒降到 8.5 秒，快 8.9 倍，token 少 39%，每个正确答案的 token 少 70%；单位变化谁都发现不了；定义失效又修不好时，使用者自己去修，花的 token 比独自探索还多，这是下一步。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：金额换了单位、日期键指向错误日期，行数和键都没变，四类条件发现不了；agent 没声明用了哪个修订，也不在保证范围内。两点要分清：MAVRA 不判断业务含义对不对，那需要有人给口径；它也不保证每条 SQL 都对，保护的是声明了受管修订的查询。最后三句话：问题——学到的知识共享出去后会因数据变化悄悄失效，SQL 却不报错；方法——共享记忆层替使用者把住发布、依赖、维护与改进三关；结果——破坏性更新下 73% 对 57%，覆盖的更新 0 错答，并发下 0 次误答，共享让任务快 8.9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 agent 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 agent 学到的定义，让其他 agent 在数据变化后仍能放心复用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背景：agent 要自己弄清“口径”，这和 Text-to-SQL 不是一回事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agent：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接到“9 月门店营业额是多少”这样的业务问题，自己查看表、写 SQL、给出答案的大模型程序。难点在口径——这个指标具体怎么算（用哪一列、含不含税、按哪个日期归月），它不写在表结构里。</a:t>
            </a:r>
            <a:endParaRPr lang="en-US" sz="1300" dirty="0"/>
          </a:p>
        </p:txBody>
      </p:sp>
      <p:sp>
        <p:nvSpPr>
          <p:cNvPr id="4" name="card Text-to-SQL：把自然语言问题翻译成 SQL"/>
          <p:cNvSpPr/>
          <p:nvPr/>
        </p:nvSpPr>
        <p:spPr>
          <a:xfrm>
            <a:off x="548640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Text-to-SQL：把自然语言问题翻译成 SQL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表结构（可附示例查询）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单条查询写得对不对</a:t>
            </a:r>
            <a:endParaRPr lang="en-US" sz="1300" dirty="0"/>
          </a:p>
        </p:txBody>
      </p:sp>
      <p:sp>
        <p:nvSpPr>
          <p:cNvPr id="14" name="card MAVRA：agent 与数据库之间的共享记忆层"/>
          <p:cNvSpPr/>
          <p:nvPr/>
        </p:nvSpPr>
        <p:spPr>
          <a:xfrm>
            <a:off x="6278728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84568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对数据库的访问都经由它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98768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84568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学到的定义（见下方），以及它成立的条件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98768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84568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agent、跨会话共享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98768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84568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已有的定义在当前数据上还对不对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月的门店营业额是多少？”（只给名称、不给口径）三次独立求解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选的金额列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ss_ext_sales_price（折扣前的销售额）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ss_net_paid（取到共享的定义）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学到的一条计算规则，例如“门店营业额 = 门店销售的净支付额之和，按销售日期归月”；存进共享记忆的那份叫知识卡。下文统一叫“定义”。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 agent 都可以接在 MAVRA 上；MAVRA 不生成 SQL，它保存、检查和维护 agent 学到的定义。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results/scen-20261002，留出任务 M1-P1；没有共享定义：dsv41flash-r1-a、r2-b、r3-a；MAVRA：r1–r3-g3fix--snap。数据为仿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问题：共享的定义会因数据变化而失效，而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第一天（示意）：定义“营业额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按定义计算：600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沿用定义：850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定义本身没有错，错的是它的前提“每个订单号只有一行”不再成立。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11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实验中的真实记录（门店营业额）：数据库持续更新，一直沿用最初学到的定义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沿用最初的定义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追加新销售记录（新小票号），+27,095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三种更新都是日常的数据写入，表结构没变，查询照常执行：agent 会自信地给出错误答案；定义被所有 agent 共享，一处失效，所有使用方同时出错。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只存定义不够，还要记下它成立的前提（下文叫“条件”），用之前先检查。“数据更正”这一行就是第 5 页 v2 → v3 要解决的情况；账本里的“状态”列，在真实数据里叫 ss_is_current。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上半为示意例子；下半来自 noctis results/scen-20261002，dsv41flash-r1–r3-g3fix--schema（仅在模式变更时使定义失效，3 次运行答案相同）。数据为仿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与数据库之间的共享记忆层，承担三项职责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1560"/>
            <a:ext cx="7374015" cy="3429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196975" y="1051560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79855" y="1124712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发布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379855" y="1435608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什么可以进入共享记忆：只收答案被确认正确、通过准入检查的定义，连同它成立的条件一起保存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8196975" y="2212848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79855" y="2286000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依赖（放心使用）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379855" y="2596896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什么时候可以用它：使用时说明依据哪个定义的哪一版，MAVRA 先确认条件在这条查询读到的数据上成立，再执行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196975" y="3374136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79855" y="3447288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维护与改进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379855" y="3758184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替所有使用者只做一次：数据变了就重新检查，能修就发新版本，修不好就失效并通知；找到更快的等价写法也发新版本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470916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8006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承接上一页：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不只保存定义，还保存它成立的前提（条件），每次使用前检查条件是否仍然成立。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agent：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agent 负责学习，学会的定义经准入后发布；用户 agent（可以很多个）通过工具取用：find_metric(名称) 取定义，run_sql(sql, metrics=[{key, revision}]) 执行——metrics 参数就是“声明”这条 SQL 依据哪条定义的哪一版。人只确认一次学习答案是否正确，修复有歧义时才介入。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一个例子贯穿全场：门店营业额的三个修订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口径从来没变：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门店营业额 = 门店销售的净支付额之和，按销售日期归到各月。变的只是 SQL 怎么写——修订（v）就是同一条定义的第几版写法。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3657600"/>
                <a:gridCol w="274320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为什么会有它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月的结果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 学到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SUM(ss_net_paid)，连接日期表按年月筛选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粒度键唯一、日期键唯一、日期键完整性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找到更省的写法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同一个求和，不连接日期表，改成按日期键范围筛选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的条件，再加“日期键按月连续”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 v1，快约 20%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数据更正后 v2 算错了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 再加一个过滤 ss_is_current = '1'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同上，在这个过滤之下成立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393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条件的白话：</a:t>
            </a:r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粒度键唯一 = 一笔销售只登记一次；日期键唯一 = 一个日期编号只对应一天；日期键完整性 = 不会突然有大量记录找不到日期；日期键按月连续 = 每个月的日期编号首尾相接（详见第 6 页）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→ v2 是换个更快的写法：两版结果完全一样，v1 也没坏，仍被接受（附提醒）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→ v3 是数据变了（就是第 3 页那次“数据更正”）：旧行保留并标为非当前，v2 会把新旧两行都算进去（1430.1 万 ✗）；修复出 v3 后 v2 和 v1 都不能再用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v3 也不是终点：数据再变可能有 v4；找不到可靠的修法就不出新修订，定义失效并通知。口径变了（比如改成含税）是另一条定义，不是新修订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51663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2578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为什么要编号：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执行 SQL 时声明“依据门店营业额 v2”；MAVRA 据此拒绝已停用的版本，只在该版本的条件成立时执行，并记下每个答案来自哪一版。系统调用原文里的 revision: N 即 v(N+1)。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月结果：v1 取自 results/scen-20261002（未做优化的 MAVRA 运行），v2、v3 取自 results/scen-20261008-trace；“快约 20%”为优化轮配对测量 29.1 → 23.3 ms。数据为仿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发布：v1 是怎么进入共享记忆的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学习任务（给定口径）：“3 月的门店营业额是多少？”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 agent 5 轮 7 次工具调用写出 SQL（第一次 find_metric 为空：还没人学过），答案 13,570,368.70 与参考答案一致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大模型把题面、SQL、算式、表元数据整理成知识卡，剥离题目参数（月份）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准入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项检查：有业务依据 · 答案判定正确 · 引用的表和列都存在、没写死月份 · 当前数据上一笔只一行 · SQL 符合粒度和连接要求 · 重跑原 SQL 结果不变 · 只凭知识卡生成的 SQL（规范 SQL）也算出同样答案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metric:门店营业额 v1，连同条件、学习证据与表版本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 agent 看的：度量 SUM(ss_net_paid)；粒度 销售日 × 小票号 × 商品；按销售日关联 date_dim；不含税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保管的：条件、学习证据（SQL、答案、表版本）、状态、修订号、使用者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0" y="1005840"/>
            <a:ext cx="5059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发布时一并记下：从定义推出的四类条件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325880"/>
          <a:ext cx="505937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不同键数（在定义的过滤之下）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连接不能把一行变两行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连接“1”侧的键唯一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按指定的日期归期间，一个键只连出一个日期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日期维键唯一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583680" y="3611880"/>
            <a:ext cx="5059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把每笔业务事件在其期间内恰好计一次。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不保证一切：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金额从元改成美元，行数和键都没变，四类条件发现不了（实验里的“单位变化”对照）。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0292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51206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别的 agent 只能读到这张知识卡，拿到的是规范 SQL。实验中被拦下的一例：提取时丢了“电子”类别过滤，agent 答的是 274.1 万，知识卡编译出的 SQL 会返回 1352.1 万。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判定正确：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拦下的一例：results/scen-20260930/glm53-r3（M5-L2，论文宏 \PubEx*）。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依赖：使用 v2 时先声明，在同一快照上验证后执行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 agent B 的真实调用（没见过的题：“9 月的门店营业额”）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6110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 → 返回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依赖的表版本未变 → 返回当前修订 v2：口径、度量、粒度、注意事项、示例 SQL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describe_table("store_sales"), 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表版本未变 → 直接返回记住的表统计信息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run_sql(sql, metrics: [{key: "metric:门店营业额", revision: 1}])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 v2：核对是当前修订 → 在这条查询的快照上验证 v2 的四个条件（命中缓存则复用）→ 执行 → 13,069,651.80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final_answer(answer, used: ["r1"])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溯源：答案 ← 查询 #1 ← 门店营业额 v2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290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74904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每张表有一个版本号，数据一写入就加一（在同一个事务里加，看到新数据就一定看到新版本号）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版本没变：直接复用验证结果，跨定义、跨 agent 共享；变了：首次使用时只重验受影响的条件（增量加载后 6 条定义只验证 2 次）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342900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为什么要同一快照：检查通过 ≠ 执行时仍成立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3749040"/>
            <a:ext cx="5379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10:00:00 检查通过 → 10:00:01 别人插入一行重复记录并提交 → 10:00:02 执行：在已被破坏的数据上作答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MAVRA：检查和执行用同一个“快照”——查询开始那一刻数据的样子，执行期间别人改了数据，这条查询也看不到；检查通过的数据，就是执行用的数据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次使用，0 次在违反条件的数据上作答；先检查后执行为 3.8–4.6%；读延迟不变。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声明了已停用的版本 → 拒绝并要求重新取定义；没有声明 → 照常执行与审查，但不在保证范围内。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并发数字来自快照压力测试（论文宏 \Sn*）；10:00 的时刻为示意。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维护与改进：v1 → v2 换更快的写法，v2 → v3 修复数据变化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 v1 → v2：候选 → 等价 → 更省 → 发布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规则改写：期间改用日期键范围过滤，不连接日期表（没有规则候选时才请大模型提议）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学习时快照上与 v1 结果相同；当前快照 14 个期间结果全部相同；新前提“日期键按月连续”成立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同一快照内对每个期间成对测执行时间：29.1 → 23.3 ms（−19.8%），差值的 95% 区间整体小于 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v2，新前提成为它的条件；全部 9 条定义都得到更快的修订（省 15.6%–36.1%），后续 15 条查询有 9 条采用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55868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 v2 → v3：在数据更正后的一次 find_metric 里完成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5868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表版本变了 → 粒度查询：1,055,610 行只有 989,695 个键 → v2 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搜索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在取值很少的列上找“列 = 值”的过滤，必须一笔一行且不丢数据：唯一可行 ss_is_current = '1'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如果有两种过滤都能恢复“一笔一行”（比如一份当前数据、一份备份），说不出哪份是真的 → 不选，失效并交给人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用学习时那份数据重算 3 月：学习时的 SQL 与 v3 都是 1357.0 万 → 发布 v3（若用今天的数据比：1489.1 对 1342.4，会误拒正确的修复）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发现、搜索、回归都在这一次调用里完成：54.5 秒（两条同名定义），之后的请求直接拿到 v3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0916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480060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修不好时：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整批重复加载，没有过滤能恢复唯一性 → 定义失效并通知使用方，等重新学到再发布。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同一个发布通道：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改进和修复出来的修订都要过检查，新前提都成为条件，所有使用者共享结果；之后的 agent 在 find_metric 里直接拿到 v3 和通知。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优化轮：results/scen-20261008-opt；回归的“当前数据”一行来自对照实验 dsv41flash-r1-g3fix--exref。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实验结果：共享带来准确，维护让它在数据变化后仍然准确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端到端：DeepSeek V4.1 Flash agent，每种方法独立运行 3 次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  <a:gridCol w="1005840"/>
                <a:gridCol w="1143000"/>
                <a:gridCol w="1371600"/>
                <a:gridCol w="12188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种破坏性更新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每次自己从头探索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检索历史示例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存下成功的问答和 SQL，按相似度取回参考，不检查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自行验证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同上，并提示 agent 自己检查数据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按表结构变化失效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共享定义，只在表结构变化时停用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整定义重查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 MAVRA 相同的检查与修复，但每次全部重查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共享定义，只重查受影响的条件，同一快照执行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340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023360"/>
            <a:ext cx="1054577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轮；留出题每题 75.6 s → 8.5 s（快 8.9 倍），token 少 39%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维护：5 种破坏性更新下 73%，检索示例 57%，提示它自行验证也只有 63%；整定义重查准确率相同（同样的检查），MAVRA 的维护耗时只有它的 14%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系统层（不用大模型，只换维护方式）：覆盖的更新下 0 错答（按表结构变化失效 629 错答）；并发写入下 0 次在被破坏的数据上作答（先检查后执行 3.8–4.6%）；回归不需要标准答案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负结果：单位变化所有方法同样过期；定义失效又修不好时，使用者每题 9.36 万 token，比独自探索（2.69 万）更费——下一步把使用者找到的修正经准入共享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种破坏性更新：退货状态行、保留旧行的销售更正、重复加载、商品维度 SCD Type 2、日期键格式变更；单位变化：从某月起金额乘以 100。来源：exp/2026-10-02-*、快照压力测试、tools/sharing-stats.py（论文宏 \Ds*、\Rp*、\Sn*、\Am*）。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检测到重复，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没有过滤能恢复一笔一行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金额从“元”改成“美元”，行数与键不变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日期键有效，但指向了错误的日期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发现不了：取值语义不在条件范围内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没有在 run_sql 的 metrics 参数里声明依据的定义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照常执行与审查，但不在条件保证范围内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087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学到的定义共享给别人后，会因数据变化悄悄失效，而 SQL 照常执行、不报错。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452360" y="24688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共享记忆层承担三项职责：只发布通过准入、带条件的定义；条件在查询快照上成立才允许使用；数据变化后替所有使用者修复或失效，并发布更快的等价版本。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52360" y="38404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519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破坏性更新下答对 73%（检索示例 57%）；覆盖的更新 0 错答；并发写入下 0 次在被破坏的数据上作答；共享让任务快 8.9 倍。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都对，保护的是在 run_sql 里声明了所依据定义版本的查询。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 agent 与数据库之间的共享记忆层</dc:title>
  <dc:subject>PptxGenJS Presentation</dc:subject>
  <dc:creator>PptxGenJS</dc:creator>
  <cp:lastModifiedBy>PptxGenJS</cp:lastModifiedBy>
  <cp:revision>1</cp:revision>
  <dcterms:created xsi:type="dcterms:W3CDTF">2026-10-08T14:35:19Z</dcterms:created>
  <dcterms:modified xsi:type="dcterms:W3CDTF">2026-10-08T14:35:19Z</dcterms:modified>
</cp:coreProperties>
</file>