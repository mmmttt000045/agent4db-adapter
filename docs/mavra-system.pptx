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dc9256e1-3ce9-df9c-3589-05819e925efe}">
          <p14:sldIdLst>
            <p14:sldId id="256"/>
          </p14:sldIdLst>
        </p14:section>
        <p14:section name="问题" id="{727f2dac-84b2-cd69-66c0-92ca164a15c1}">
          <p14:sldIdLst>
            <p14:sldId id="257"/>
            <p14:sldId id="258"/>
          </p14:sldIdLst>
        </p14:section>
        <p14:section name="MAVRA" id="{0991bf34-4f41-29d7-3a02-30e36f96f8c6}">
          <p14:sldIdLst>
            <p14:sldId id="259"/>
            <p14:sldId id="260"/>
          </p14:sldIdLst>
        </p14:section>
        <p14:section name="发布" id="{82488cd8-2f83-8005-dda5-084b5b021c34}">
          <p14:sldIdLst>
            <p14:sldId id="261"/>
          </p14:sldIdLst>
        </p14:section>
        <p14:section name="依赖" id="{16cb60a2-b057-34e4-bd56-77aa26cec8dc}">
          <p14:sldIdLst>
            <p14:sldId id="262"/>
          </p14:sldIdLst>
        </p14:section>
        <p14:section name="维护与改进" id="{a6451999-dd9c-37a1-355a-405c8886229f}">
          <p14:sldIdLst>
            <p14:sldId id="263"/>
          </p14:sldIdLst>
        </p14:section>
        <p14:section name="实验结果" id="{fc6104a7-7fdd-378a-d097-61868a8cb64b}">
          <p14:sldIdLst>
            <p14:sldId id="264"/>
          </p14:sldIdLst>
        </p14:section>
        <p14:section name="边界与总结" id="{49c9ed90-14ab-bfb2-4dec-e1027b59f2b8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 agent 在同一个数据库上工作。一个 agent 学会了怎么算“营业额”，别的 agent 也想用；但数据库每天都在更新，学到的定义可能在不知不觉中不再适用，而 SQL 照样能执行。MAVRA 是放在 agent 与数据库之间的中间件：保存 agent 学到的定义，记住定义成立的条件，在定义被使用时保证条件在实际执行的数据上仍然成立，条件被破坏时修复或失效。名字是 Metric-Aware Validation and Reuse for Agents 的缩写：面向指标定义的验证与复用。顺序：问题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 agent 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 agent 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 agent 学到的定义，并负责这些定义在数据变化后还对不对。任何 Text-to-SQL 模型都可以接在 MAVRA 上面。这里的“定义”就是一条学到的计算规则，后面一直用这个词。它也和做数据库的同学熟悉的两类工具不同：指标层（如 Databricks metric views）由人声明定义，但声明的连接属性运行时不验证；数据质量测试（如 dbt tests、Deequ）按表检查人写的约束，却不知道哪条定义依赖它。MAVRA 的条件是从定义推出来的，所以知道哪条定义依赖哪个条件。表里的“轮”是 agent 调用工具的回合。
来源：noctis results/scen-20261002，没见过的题 M1-P1（9 月门店营业额）；没有共享定义：dsv41flash-r1-a、r2-b、r3-a；MAVRA：dsv41flash-r1–r3-g3fix--snap。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先用一个示意的小账本。第一天三笔订单，定义“把每笔销售金额加起来”算出 600 元，正确。第二天订单 002 被更正为 250 元，数据仓库常见的做法是旧行不删、标记为非当前，再插入一行新的。沿用定义会把 200 和 250 都加进去，得到 850 元，正确答案是 650 元。注意：定义没有算错，是它的前提“每个订单号只有一行”不再成立了。下半是实验里的真实记录，问的都是 9 月门店营业额，每种更新都从原始数据单独开始。增量加载追加了一批 9 月的新销售，换了新小票号，9 月确实翻倍，沿用定义算对；数据更正后沿用定义多算 137 万；重复加载把同样的行再装一次，9 月也翻倍，但这次是错的。同一个 2613.9 万，一对一错，区别只在键有没有重复——这正是后面要检查的“粒度键唯一”。三种更新都是日常的数据写入，表结构没变，查询不报错，agent 会非常自信地给出错误答案；而定义是共享的，一处失效所有 agent 一起错。结论落在最后一行：只存定义不够，还要把它成立的前提记下来，用之前检查——这就是 MAVRA 的出发点。数据更正这一行，后面会作为 v2 到 v3 的例子再出现。
来源：noctis results/scen-20261002，dsv41flash-r1–r3-g3fix--schema（仅在模式变更时使定义失效，3 次运行答案相同）；增量加载 = 复制 9 月门店销售行并换新小票号（src/scenario.rs Change::Append）。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 agent 直接访问数据库，现在 MAVRA 放在中间，不替代 agent，也不替代数据库。这张图细节很多，第一遍只看三条彩色路径，细节后面几页会逐个讲。内置 agent 还能为已发布的定义提出更省的写法：维护先试规则改写，没有规则候选时才请它提议，候选都要通过等价和更省的验证才发布新修订（第 8 页）。准入检查和这些验证都是 MAVRA 在数据库上执行的查询，不由大模型判断。图里紫色是学习：内置 agent 学到的定义通过准入检查后写入共享记忆；蓝色是检索定义：表版本变了，缺少验证结果的条件交给维护执行，再返回有效修订；橙色是执行 SQL：agent 声明依据的修订，在同一快照上验证后执行。黑色粗箭头是维护写回指标定义：修复或优化后发布新修订，修不好就标为失效。图里 store_sales 刚有写入（v14 → v15）：读它的营业额和电子品类变成待验证，不读它的退货金额仍有效；date_dim 没变，日期键唯一的结论直接复用；缺的两个结果由这次检索交给维护补上，电子品类下次被用到时直接复用，不再执行。待验证不是存下来的状态，是使用时比较表版本得出的。右边三张卡就是 MAVRA 的三项职责，也是论文的三个问题：什么可以发布，何时可以依赖，由谁维护与改进。每张卡标了它在图里对应哪一部分；后面每一节讲一项。agent 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 agent 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万。编号的用处在于声明：agent 说“我用 v2”，MAVRA 就能判断 v2 现在还能不能用。
来源：9 月结果：v1 取自 noctis results/scen-20261002（未做优化的 MAVRA 运行），v2、v3 取自 noctis results/scen-20261008-trace（metric-global-opt，--trace 逐次记录工具调用；DeepSeek V4.1 Flash）；“快约 20%”为优化轮 results/scen-20261008-opt 的配对测量。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第一项职责：发布。一条定义不是学到就直接相信。内置 agent 拿到一道给定业务口径的学习任务，用 7 次工具调用写出 SQL，答案正确——实验里用参考答案判定，部署中由负责这个指标的人确认一次。然后大模型把零散的学习过程整理成知识卡：给 agent 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 agent 答 274.1 万是对的，但别人拿到的 SQL 会返回 1352.1 万。发布时同时记下四类条件，这就是 v1 成立的前提。门店营业额只连接日期表，连接基数和日期角色检查的都是日期表的键唯一，所以落到一个“日期键唯一”上：v1 有 3 个条件，v2 换成日期键范围写法后多一个“按月连续”，共 4 个，第 7 页说的四个条件就是这些。命题 1 说它们够用：都成立时每笔业务恰好计一次。但数值层面的变化发现不了：实验里的“单位变化”是从某月起，上游改成按“分”记金额，所有金额乘以 100，行数、键、连接都没变，四类条件全部照样成立，agent 拿到的 9 月营业额是 13.07 亿，正确是 1307.0 万。这在现实里会发生：微信支付的接口按“分”记金额，支付宝按“元”记，两路数据合进同一张表时漏了换算，就是这种错误；上游系统升级改了单位而 ETL 没跟着改，也是一样。为什么不加一条“数值不能突变”的条件？因为只看数据分不清真增长和单位变化：第 3 页的增量加载也让 9 月翻了一倍，那是真的多卖了。这类问题要靠懂业务的人或数据质量监控（看分布、设阈值、人工确认）来发现，MAVRA 把它列为边界。
来源：noctis results/scen-20261008-trace（metric-global-opt，--trace 逐次记录工具调用；DeepSeek V4.1 Flash）；拦下的一例：results/scen-20260930/glm53-r3（M5-L2，论文宏 \PubEx*）。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 agent B 做一道没见过的题的真实调用，4 轮（第 2 页那三次运行各 3 轮，轮数随运行略有不同，答案相同）。它检索到门店营业额 v2，照着示例写出 SQL，执行时在 metrics 参数里声明依据的是 v2。调用原文里的 revision: 1 就是 v2，系统内部从 0 编号；final_answer 里的 r1 是这次会话的第 1 次查询，不是修订号，用来把答案追溯到查询、再追溯到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 agent 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证明了版本相同时复用验证结果是安全的。实验里并发写入下一万多次使用，没有一次在被破坏的数据上作答；对照是先检查、再另开事务执行，3.8–4.6% 的使用答在了被破坏的数据上。
来源：noctis results/scen-20261008-trace（metric-global-opt，--trace 逐次记录工具调用；DeepSeek V4.1 Flash）；并发数字来自快照压力测试（论文宏 \Sn*）。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 agent 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也过期了：在今天的数据上比，学习时的 SQL 得 1489.1 万、v3 得 1342.4 万，会误拒正确的修复。54.5 秒里修了两条同名定义：门店营业额存了两条，粒度里含不含日期键各一条。修不好就失效并通知，不猜。还有一种情况：数据只破坏了 v2 新增的前提（比如日期维度重新装载、某个月换了新键，日期键不再按月连续），而 v1 的条件都成立。这时只撤下 v2、恢复 v1，不去搜索修复；实验里 4 条定义都这样回退，之后 20 个答案全对，而不维护这个前提的话季度和半年的答案会算错。
来源：noctis results/scen-20261008-trace（metric-global-opt，--trace 逐次记录工具调用；DeepSeek V4.1 Flash）；优化轮：results/scen-20261008-opt；回归在今天数据上的对比来自对照实验 dsv41flash-r1-g3fix--exref。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表里每种方法都写了做法。没有共享定义：每次自己探索。检索历史示例：把成功的问答存下来，按相似度取回参考，但不检查数据变没变。“每次全部重查”是 MAVRA 的消融：检查与修复完全一样，只是去掉增量复用，每次把定义的条件全部重查一遍。读法：数据没变时，任何共享方法都从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63%。消融和 MAVRA 准确率相同（差的 1 个点来自两种更新上共 3 道题，方向相反），说明准确率来自检查与修复本身，不来自增量复用。增量复用只省时间：受控实验里 19 条共享条件的定义，维护时间降到全部重查的 14%，但按表版本缓存验证结果的通用缓存也能到 17%，所以论文里不把效率当成贡献。73% 不是 100%，剩下的错集中在两种更新：重复加载和日期键格式变更都能检测到，但没有过滤能修好，定义失效，agent 只能自己重新探索，正确率分别是 59% 和 15%；退货状态行、保留旧行的更正、商品维度保留历史版本这三种都能修复，93%–100%。系统层不用大模型，固定学到的定义、只换维护方式：条件覆盖的更新下没有错答，并发下没有误答，回归测试不需要标准答案。性能和负结果：有了共享记忆，没见过的新题每题从 75.6 秒降到 8.5 秒，快 8.9 倍，token 少 39%，每个正确答案的 token 少 70%；单位变化（上游改按分记金额）谁都发现不了，剩下 48% 是本来就不受影响的题，比如问的是变化之前的月份；定义失效又修不好时，使用者自己去修，花的 token 比独自探索还多，这是下一步。
来源：exp/2026-10-02-scenarios-ds（scen-stats.json：MAVRA = metric-global-snap，消融 = metric-global-def，逐种更新的正确率在 per_change）、快照压力测试、exp/2026-10-02-cache-baseline-tpcds、tools/sharing-stats.py（论文宏 \Ds*、\Rp*、\Sn*、\Cb*、\Am*）。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有两类，都是数值本身错了、结构没错，行数和键都没变，四类条件发现不了。一是上游改成按分记金额。二是日期键能连上、但指错了日子：比如门店系统按 UTC 记时间，北京时间 10 月 1 日凌晨 2 点的销售被记成 9 月 30 日 18 点，算进了 9 月；或者迟到的数据按入库那天记日期，而不是按销售那天。这时每个日期键都存在、都只对应一天，日期键唯一和日期键完整性都成立，只是这笔销售被归到了错误的月份。哪一天是真正的销售日，数据库里没有依据，只有源系统知道，要靠和源系统对账来发现。这一条是从条件的定义直接推出的边界（论文命题 1 之后写明），实验里没有专门构造这种更新；单位变化则是实验里的对照。两类都一样：单看数据分不清是真变化还是错误，要靠懂业务的人或数据质量监控；agent 没声明用了哪个修订，也不在保证范围内。两点要分清：MAVRA 不判断业务含义对不对，那需要有人给口径；它也不保证每条 SQL 都对，保护的是声明了受管修订的查询。最后三句话：问题——学到的定义共享出去后会因数据变化悄悄失效，SQL 却不报错；方法——共享记忆层替使用者把住发布、依赖、维护与改进三关；结果——破坏性更新下 73% 对 57%，条件覆盖的更新 0 错答，并发下 0 次误答，共享让任务快 8.9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 agent 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 agent 学到的定义，让其他 agent 在数据变化后仍能放心复用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= Metric-Aware Validation and Reuse for Agents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组会汇报 · 2026 年 10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背景：agent 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agent：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agent 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 agent、跨会话共享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交互轮数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30368"/>
            <a:ext cx="11094415" cy="987552"/>
          </a:xfrm>
          <a:prstGeom prst="roundRect">
            <a:avLst>
              <a:gd name="adj" fmla="val 740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21808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学到的一条计算规则，例如“门店营业额 = 门店销售的净支付额之和，按销售日期归月”。下文统一叫“定义”。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 agent 都可以接在 MAVRA 上；MAVRA 不生成 SQL，它保存、检查和维护 agent 学到的定义。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也不同于：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指标层由人声明定义，声明的前提（如连接属性）运行时不验证；数据质量测试按表检查人写的约束，不知道哪条定义依赖它。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实验中的真实记录：问 9 月门店营业额，每种更新都从原始数据开始，一直沿用最初学到的定义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追加一批 9 月的新销售（新小票号），+27,095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1024128"/>
          </a:xfrm>
          <a:prstGeom prst="roundRect">
            <a:avLst>
              <a:gd name="adj" fmla="val 7143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三种更新都是日常的数据写入，表结构没变、查询照常执行；定义是共享的，所有使用它的 agent 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同样翻倍，一对一错：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增量加载是新小票号，确实多卖了；重复加载是同一批小票号又出现一次——差别只在键有没有重复。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只存定义不够，还要记下它成立的前提（下文叫“条件”），用之前先检查。数据更正一行就是第 5 页的 v2 → v3；账本的“状态”列在真实数据里叫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上半为示意例子，下半为实验记录（来源见备注）。数据为仿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MAVRA：agent 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963936" cy="3703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741176" y="105156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05768" y="110642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图中紫色路径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905768" y="143560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741176" y="231648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05768" y="237134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图中第 1–8 步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05768" y="270052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放心使用：查询声明依据哪个定义的哪一版，MAVRA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741176" y="3581400"/>
            <a:ext cx="2901879" cy="1173480"/>
          </a:xfrm>
          <a:prstGeom prst="roundRect">
            <a:avLst>
              <a:gd name="adj" fmla="val 6234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05768" y="3636264"/>
            <a:ext cx="257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图中“维护”框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905768" y="3965448"/>
            <a:ext cx="2572695" cy="734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98348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0749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agent：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 agent 负责学习，学会的定义经准入后发布；用户 agent（可以很多个）通过工具取用：find_metric(名称)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每个月的日期编号首尾相接（条件从哪来见第 6 页）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8795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和 v1 都不能再用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实验记录（来源见备注）；“快约 20%”为配对测量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 agent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大模型把题面、SQL、算式、表元数据整理成一张知识卡（定义存进共享记忆的样子），剥离题目参数（月份）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项检查：① 有业务依据 ② 答案判定正确 ③ 引用的表和列都存在、没写死月份 ④ 当前数据上一笔只一行 ⑤ SQL 符合粒度和连接要求 ⑥ 重跑原 SQL 结果不变 ⑦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 agent 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被连接表的键唯一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75888"/>
            <a:ext cx="50593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本例：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只连接日期表，前两类都落到“日期键唯一”，所以 v1 有 3 个条件；v2 再加“日期键按月连续”（每月日期编号首尾相接），共 4 个。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数值的含义变了它发现不了。例如上游改成按“分”记金额，数值整体 ×100，行数和键都没变（实验里的“单位变化”对照）。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16636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25780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⑦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 agent 只能读到这张知识卡，拿到的是规范 SQL。实验中被拦下的一例：提取时丢了“电子”类别过滤，agent 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 agent B 的真实调用（没见过的题：“9 月的门店营业额”，本次 4 轮）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revision: 1 即 v2（系统内部从 0 编号）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 = 本次会话的第 1 次查询，不是修订号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9319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 agent 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61188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931920"/>
            <a:ext cx="5379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138928"/>
            <a:ext cx="11094415" cy="987552"/>
          </a:xfrm>
          <a:prstGeom prst="roundRect">
            <a:avLst>
              <a:gd name="adj" fmla="val 740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30368"/>
            <a:ext cx="105457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次在违反条件的数据上作答（检查和执行不在同一快照时为 3.8–4.6%）；读延迟不变。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调用为实验记录，10:00 的时刻为示意（来源见备注）。数据为仿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个键（多出的 65,915 行就是第 3 页的数据更正）→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v3。必须用学习时的数据：在今天的数据上，学习时的 SQL 本身也算错了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发现、搜索、回归都在这一次调用里完成，共 54.5 秒；之后的请求直接拿到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 agent 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实验记录（来源见备注）。数据为仿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实验结果：共享提高准确率，检查与修复让数据变化后答对最多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agent，每种方法独立运行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 agent 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· 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消融：同样的检查与修复，去掉增量复用、每次全查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240280"/>
          </a:xfrm>
          <a:prstGeom prst="roundRect">
            <a:avLst>
              <a:gd name="adj" fmla="val 3265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轮；没见过的新题每题 75.6 s → 8.5 s（快 8.9 倍），token 少 39%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MAVRA 73%，检索示例 57%，提示 agent 自行验证也只有 63%；去掉增量复用的消融准确率相同，准确率来自检查与修复本身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剩下的错出在检测到但修不好的两种更新：重复加载 59%、日期键格式变更 15%（定义失效，agent 只能自己探索）；其余三种 93%–100%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系统层（不用大模型，只换维护方式）：条件覆盖的更新下 0 错答（按表结构变化失效 629 错答）；并发写入下 0 次在被破坏的数据上作答；回归不需要标准答案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种更新 = 4 种正常写入 + 5 种破坏性更新 + 备份副本 + 单位变化。破坏性更新：退货状态行、保留旧行的销售更正、重复加载、商品维度保留历史版本、日期键格式变更；单位变化：从某月起上游改按“分”记金额（数值 ×100），条件发现不了，作为对照。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上游改成按“分”记金额（数值 ×100），行数与键不变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日期键能连上，但指错了日子（例：时区换算把 10 月 1 日凌晨的销售记成 9 月 30 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发现不了：每个键都连上唯一的日期，日子对不对数据库里没有依据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57%）；条件覆盖的更新 0 错答；并发写入下 0 次在被破坏的数据上作答；共享让任务快 8.9 倍。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 agent 与数据库之间的共享记忆层</dc:title>
  <dc:subject>PptxGenJS Presentation</dc:subject>
  <dc:creator>PptxGenJS</dc:creator>
  <cp:lastModifiedBy>PptxGenJS</cp:lastModifiedBy>
  <cp:revision>1</cp:revision>
  <dcterms:created xsi:type="dcterms:W3CDTF">2026-10-09T08:41:30Z</dcterms:created>
  <dcterms:modified xsi:type="dcterms:W3CDTF">2026-10-09T08:41:30Z</dcterms:modified>
</cp:coreProperties>
</file>