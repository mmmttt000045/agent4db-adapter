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9fbc51cf-afef-524f-560f-571fa3b6b395}">
          <p14:sldIdLst>
            <p14:sldId id="256"/>
          </p14:sldIdLst>
        </p14:section>
        <p14:section name="问题" id="{168624bd-fe39-f410-47f2-ae62c1af2754}">
          <p14:sldIdLst>
            <p14:sldId id="257"/>
            <p14:sldId id="258"/>
          </p14:sldIdLst>
        </p14:section>
        <p14:section name="MAVRA" id="{317ad73c-eec2-22cd-64eb-c1cb3cc601ed}">
          <p14:sldIdLst>
            <p14:sldId id="259"/>
            <p14:sldId id="260"/>
          </p14:sldIdLst>
        </p14:section>
        <p14:section name="发布" id="{6a902f9e-5624-5692-0e3e-5031976083b0}">
          <p14:sldIdLst>
            <p14:sldId id="261"/>
          </p14:sldIdLst>
        </p14:section>
        <p14:section name="依赖" id="{c295fb45-7303-ec28-e358-2cd886211e7d}">
          <p14:sldIdLst>
            <p14:sldId id="262"/>
          </p14:sldIdLst>
        </p14:section>
        <p14:section name="维护与改进" id="{dd368324-1c08-7af8-413e-c09b37fc6a14}">
          <p14:sldIdLst>
            <p14:sldId id="263"/>
          </p14:sldIdLst>
        </p14:section>
        <p14:section name="实验结果" id="{86f8bfae-6d49-616b-18c3-3bc338e3b2bb}">
          <p14:sldIdLst>
            <p14:sldId id="264"/>
          </p14:sldIdLst>
        </p14:section>
        <p14:section name="边界与总结" id="{5a287fe3-98ba-f40d-91ca-4234c343c58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也想用；但数据库每天都在更新，学到的规则可能在不知不觉中不再适用，而 SQL 照样能执行。MAVRA 是放在 agent 与数据库之间的中间件：保存 agent 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声明依据的修订，在同一快照上验证后执行。右边三张卡就是 MAVRA 的三项职责，也是论文的三个问题：什么可以发布，何时可以依赖，由谁维护与改进。后面每一节讲一项。agent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代价和负结果：建立记忆每轮 18 万 token、不到 5 分钟，按时间 5 道题回本；单位变化谁都发现不了；定义失效又修不好时，使用者自己去修，花的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次误答，建立记忆很快回本。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三种更新都是日常的数据写入，表结构没变，查询照常执行：agent 会自信地给出错误答案；定义被所有 agent 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轮；建立记忆每轮 18.1 万 token、283 s，按时间 5 道题、按 token 26 道题后回本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次在被破坏的数据上作答；建立记忆按时间 5 道题后回本。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2026-10-08T10:22:57Z</dcterms:created>
  <dcterms:modified xsi:type="dcterms:W3CDTF">2026-10-08T10:22:57Z</dcterms:modified>
</cp:coreProperties>
</file>