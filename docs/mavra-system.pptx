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ba7b0628-4ce5-6089-d8d1-f7ff8c18a0bd}">
          <p14:sldIdLst>
            <p14:sldId id="256"/>
          </p14:sldIdLst>
        </p14:section>
        <p14:section name="问题" id="{e3231245-0b83-1005-da47-3e5c9519da76}">
          <p14:sldIdLst>
            <p14:sldId id="257"/>
            <p14:sldId id="258"/>
            <p14:sldId id="259"/>
          </p14:sldIdLst>
        </p14:section>
        <p14:section name="MAVRA 是什么" id="{e99d414e-2c80-ca5a-33e0-f85406b28e53}">
          <p14:sldIdLst>
            <p14:sldId id="260"/>
            <p14:sldId id="261"/>
            <p14:sldId id="262"/>
            <p14:sldId id="263"/>
          </p14:sldIdLst>
        </p14:section>
        <p14:section name="记忆管理" id="{a0052a68-3ec1-27f3-0b14-271ac5337d61}">
          <p14:sldIdLst>
            <p14:sldId id="264"/>
            <p14:sldId id="265"/>
            <p14:sldId id="266"/>
            <p14:sldId id="267"/>
            <p14:sldId id="268"/>
          </p14:sldIdLst>
        </p14:section>
        <p14:section name="回到例子" id="{472b7091-a0ba-1f3e-05a2-22a2602dc038}">
          <p14:sldIdLst>
            <p14:sldId id="269"/>
            <p14:sldId id="270"/>
            <p14:sldId id="271"/>
          </p14:sldIdLst>
        </p14:section>
        <p14:section name="比较与小结" id="{887da6fe-d42c-4c81-8e35-2fb61313ccb3}">
          <p14:sldIdLst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MAVRA 是部署在数据智能体与数据库之间的中间件。它做三件事：把智能体在探索数据库时获得的知识持久化；跨智能体共享；在数据更新后维护这些知识的有效性——存在唯一修复时发布新修订，否则使其失效。先说明它与 Text-to-SQL 的区别，再说明记忆的内容与管理方式，最后用端到端实验中的一个例子走一遍。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Text-to-SQL 研究的是翻译：给定自然语言问题和数据库模式，生成一条 SQL，评价这条 SQL 是否正确。它是无状态的：每个问题独立处理，不保留任何结果。MAVRA 不是新的 Text-to-SQL 方法，也不生成 SQL。它位于智能体与数据库之间，智能体对数据库的访问都经由它转发。它关注的是另一个问题：智能体在探索中获得的知识——“营业额对应哪一列”“两张表如何连接”——如何持久化、如何共享、数据更新后是否仍然有效。因此两者处于不同层次，任何 Text-to-SQL 模型都可以作为用户智能体接入 MAVRA。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这是实验中的原始记录。题目只给出指标名称“门店营业额”，不给业务口径。无共享定义的智能体独立求解三次：两次选择了折扣前的扩展销售额 ss_ext_sales_price，答 1413.8 万，错误；一次选择净支付额 ss_net_paid，答案正确。每次 5 轮。接入 MAVRA 的智能体先检索记忆，得到内置智能体学习到的“门店营业额”定义，三次均正确，3 轮完成。错误不在 SQL 语法，而在业务口径：事实表中有多个候选度量列，选择哪一列是业务规则，模式中并不记录。Text-to-SQL 每次重新推断，答案不稳定；共享已验证的定义后，准确率和成本同时改善。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共享带来新的问题：定义是在某一快照上学习的，数据会继续更新。同一问题“9 月门店营业额”，在三种常见更新之后分别再问一次，沿用已发布的定义。增量加载没有问题。数据更正——数据仓库中常见的做法是旧行不删除、标记为非当前，再插入更正后的行——沿用定义会把新旧版本重复计入，多出 137 万。重复加载，同一批次被加载两次，9 月的值翻倍。三种更新都是普通 DML，模式未变，基于模式变更的失效策略完全检测不到；查询也不报错。因此 MAVRA 不只是持久化知识，还要管理知识：记录每条定义成立的条件，数据更新后重新验证。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从用户智能体的角度看，MAVRA 是一组数据库工具：列出表、描述表、查询连接路径、检索指标定义、执行 SQL。区别在于每个工具都先访问记忆：描述表时，表版本未变就返回缓存的统计信息；查询连接路径时，返回已验证的连接键、基数和已证伪的写法；检索指标定义时，依赖表的版本已变则先重新验证再返回。执行 SQL 时，智能体声明所依赖的指标修订，失效或被替代的修订直接拒绝。每次响应附带通知，告知智能体其使用过的定义有变化。记忆有两个来源：内置智能体学习指标定义；用户智能体在探索中获得的表统计信息和连接路径也写入记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左侧是用户智能体，发出两类请求。蓝色 1–5 是检索指标定义：智能体只给出“营业额”，查询服务从共享记忆中读取定义；store_sales 的表版本已变，某个条件在新版本上尚无验证结果，交给维护执行验证，结果写入缓存，再返回有效修订 v2。橙色 6–8 是执行 SQL：智能体的 SQL 声明依赖 v2，执行前验证复用缓存中的结果，在同一快照上执行。紫色是学习：内置智能体学习到的定义，通过准入检查后写入共享记忆。共享记忆中还有表统计信息和连接路径，图中未展开。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记忆分四类。表统计信息是描述表时得到的列级信息；连接路径是已验证的两表连接方式，包括基数、所需的过滤谓词、未匹配行比例，以及已证伪的写法。指标定义是最重要的一类：业务口径、度量、粒度、时间维度，以及它成立所依赖的验证条件。验证结果按“条件 + 表版本”存储，同一条件在同一表版本上只验证一次，跨定义共享。每条记忆附带依赖的表及其版本、状态、修订号、写入者和使用者。第 1 次运行结束时共 70 条记忆，查询 995 次，696 次直接命中。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这是实验中“门店营业额”这条记忆的完整记录。左侧是用户智能体检索时得到的：名称和别名、业务口径、度量、粒度、时间维度、注意事项和示例。右侧是 MAVRA 自己维护、用于判断它是否仍然有效的：依据、学习时的证据、验证条件、依赖的表版本、状态和修订号、写入者和使用者。Text-to-SQL 没有这样的结构：生成的查询用后即弃，也不记录它在什么前提下成立。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记忆管理分五个环节，颜色与后面两张图一致。写入：内置智能体正确求解学习任务，抽取为结构化定义，通过 7 项准入检查后发布。读取：用户智能体按名称检索，依赖表版本未变则直接返回，已变则先维护。使用：执行 SQL 时声明所依赖的修订，失效的拒绝，在查询快照上验证条件后执行。维护：数据更新后，定义首次被访问时，仅重新验证受影响的条件，结果缓存并共享——增量加载后，6 条依赖 store_sales 的定义只执行了 2 次验证。迭代：条件不成立时，存在唯一修复则发布新修订，否则失效并通知。这些都发生在单条查询的生成之外，这就是与 Text-to-SQL 的区别。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写入是记忆的入口。内置智能体得到一道给定业务口径的学习任务，5 轮写出 SQL，答案正确。然后大模型将求解轨迹抽取为结构化定义，再通过 7 项准入检查：业务依据、答案判定正确、静态合法性、粒度成立、SQL 审查，以及两次重放——示例 SQL 重新执行结果一致，由定义字段编译的规范 SQL 也得到相同结果。最后一项最关键：其他智能体读取的正是这些字段，遗漏过滤谓词或把月份写死都会在这里被发现。第 2 项“答案判定正确”在实验中使用任务的参考答案；部署中由指标负责人确认一次，或与已发布的报表对账。它只在写入时需要一次，此后的维护和修复都不依赖参考答案。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上方是检索指标定义：名称匹配到“门店营业额”（“电子品类门店营业额”同样包含查询词，一并返回，由智能体依据口径说明选择）；比较 store_sales 的表版本（14 → 15）；逐个条件查缓存：“粒度键唯一”电子品类的定义刚验证过，直接复用；date_dim 未变，复用；“日期键完整性”在版本 15 上没有结果，执行验证并写入缓存；最后返回有效修订 v2。中间是验证结果缓存：按（条件，表版本）存储，表中标明写入者和复用的步骤。下方是执行 SQL：先检查声明的 v2 是否有效；再在查询快照上验证——期间又有更新，表版本变为 16，因此两个条件在快照内重新验证并写入缓存；最后在同一快照上执行。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沿着门店营业额走一遍。内置智能体求解“3 月门店营业额”，答案判定正确、准入检查通过，发布 v1。之后增量加载一批销售记录：条件仍成立，其他定义直接复用验证结果，仍为 v1。再之后一批销售被更正：旧行标记为非当前，插入当前行——“粒度键唯一”不成立，v1 失效，不处理会把新旧版本重复计入。修复搜索在低基数列上枚举等值谓词，只有“ss_is_current = 1”可行；按学习时刻重算 3 月，结果一致，发布 v2。红框是另一种结果：批次重复加载，没有谓词能恢复唯一性，定义失效并通知使用方，等待重新学习。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迭代即定义修订的演化。同一指标再次学到相同结构的定义，不新增，只为原定义记录一次佐证。同名但结构不同——实验中“门店营业额”学到了两种粒度——两条并存，检索时同时返回，由智能体依据口径说明选择。条件不成立且存在唯一修复，旧修订失效、发布新修订，声明旧修订的查询被拒绝，修复期间到达的请求等待修复结果。其他定义遇到相同的条件失败，直接复用已有的验证结果和修复，门店营业额只用了 45.8 毫秒。无唯一修复则失效，并通知使用方；之后内置智能体学到新的定义，通过准入检查再作为新修订发布。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回到前面那张表，加上 MAVRA 一栏。增量加载：定义仍然有效，MAVRA 重新验证后继续使用；6 条依赖 store_sales 的定义一共只执行了 2 次验证，其余复用。数据更正：MAVRA 检测到“粒度键唯一”不成立，旧修订失效，找到唯一修复“只取当前行”，发布 v2，答案正确。重复加载：没有谓词能修复，MAVRA 使定义失效并通知智能体，智能体自行去重，3 次中 2 次正确。下一页看数据更正之后 MAVRA 的具体处理过程。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数据更正之后，首个访问 store_sales 的请求到达，先处理名称匹配到的电子品类营业额。MAVRA 一验证就发现每个粒度键平均 1.07 行，旧修订失效；随后修复搜索，只有“ss_is_current = 1”这一个谓词可行，四项检查全部通过，发布 v2，共 28.7 秒。接着处理门店营业额：它依赖相同的条件和相同的表版本，验证结果和修复直接复用，45.8 毫秒完成。退货率需要连接 store_sales，连接路径现在要求该谓词，也修复为 v2。最后用户智能体收到通知，按新修订写 SQL，答案正确。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为什么回归测试不能直接用当前数据？学习任务询问的是 3 月，而这次更正恰好覆盖 3 月。在当前数据上，学习时的 SQL 本身就会把旧版本计入，得到 1489 万；正确的新修订得到 1342 万，两者不一致，正确的修复就被拒绝了。我们实际跑过这个对照：用当前数据比较，这个修复确实被拒绝。按学习时刻比较，两者都是 1357 万，修复被接受。学习时的答案是唯一被确认过的答案，所以修复只与它比较，不需要另外的参考答案。数据仓库用时间旅行查询提供学习时刻的数据。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把几种方法放在一起比较。Text-to-SQL 或无共享定义的智能体不保留任何知识，每次重新推断口径，数据未变时准确率也只有 49%。检索历史查询示例保存答对过的 SQL，数据未变时与 MAVRA 一样好，但数据更新后它不感知，继续返回旧 SQL；在 5 种破坏性更新下只有 57%，提示它自行验证也只有 63%，MAVRA 是 73%。语义层是人工编写的指标定义，数据更新后依赖人工发现和修改，执行时也不验证数据是否仍满足前提；MAVRA 的维护同样适用于语义层中声明的定义。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五句话收尾。定位：MAVRA 是智能体与数据库之间的记忆中间件，不生成 SQL，与 Text-to-SQL 处于不同层次。记忆内容：表统计信息、连接路径、指标定义，及其成立的条件。管理方式：写入前准入检查，执行前在同一快照上验证，数据更新后仅重新验证受影响的条件。迭代方式：存在唯一修复则发布新修订，否则失效并通知。效果：数据未变时准确率从 49% 到 100%、轮数更少；数据更新后从 32% 到 81%。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MAVRA：数据智能体与数据库之间的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记忆中间件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持久化智能体获得的数据库知识 · 跨智能体共享 · 在数据更新下保持有效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 与 MAVRA：不同层次的问题</a:t>
            </a:r>
            <a:endParaRPr lang="en-US" sz="3000" dirty="0"/>
          </a:p>
        </p:txBody>
      </p:sp>
      <p:sp>
        <p:nvSpPr>
          <p:cNvPr id="3" name="card Text-to-SQL"/>
          <p:cNvSpPr/>
          <p:nvPr/>
        </p:nvSpPr>
        <p:spPr>
          <a:xfrm>
            <a:off x="548640" y="1188720"/>
            <a:ext cx="5364328" cy="3337560"/>
          </a:xfrm>
          <a:prstGeom prst="roundRect">
            <a:avLst>
              <a:gd name="adj" fmla="val 3288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37160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1783080"/>
            <a:ext cx="4724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将自然语言问题翻译为 SQL 查询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560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560320"/>
            <a:ext cx="394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自然语言问题 + 数据库模式（可附示例查询）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175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645920" y="3017520"/>
            <a:ext cx="394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 SQL 查询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4747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474720"/>
            <a:ext cx="394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无状态：每个问题独立处理，不保留结果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9319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3931920"/>
            <a:ext cx="394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单条查询的正确性</a:t>
            </a:r>
            <a:endParaRPr lang="en-US" sz="1600" dirty="0"/>
          </a:p>
        </p:txBody>
      </p:sp>
      <p:sp>
        <p:nvSpPr>
          <p:cNvPr id="14" name="card MAVRA"/>
          <p:cNvSpPr/>
          <p:nvPr/>
        </p:nvSpPr>
        <p:spPr>
          <a:xfrm>
            <a:off x="6278728" y="1188720"/>
            <a:ext cx="5364328" cy="3337560"/>
          </a:xfrm>
          <a:prstGeom prst="roundRect">
            <a:avLst>
              <a:gd name="adj" fmla="val 3288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98768" y="137160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598768" y="1783080"/>
            <a:ext cx="4724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智能体与数据库之间的记忆中间件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598768" y="25603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376008" y="2560320"/>
            <a:ext cx="394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智能体对数据库的全部访问经由它转发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598768" y="30175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376008" y="3017520"/>
            <a:ext cx="394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智能体获得的数据库知识：表统计信息、连接路径、指标定义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598768" y="34747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376008" y="3474720"/>
            <a:ext cx="394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跨智能体、跨会话共享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598768" y="39319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376008" y="3931920"/>
            <a:ext cx="394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已有知识在当前数据上的有效性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48640" y="475488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2960" y="4846320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两者处于不同层次：</a:t>
            </a:r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 Text-to-SQL 模型或数据智能体都可以作为用户智能体接入 MAVRA。MAVRA 不生成 SQL；它向智能体提供经过验证的知识，并在查询执行前验证其有效性。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实验记录：无共享定义时，同一问题三次独立求解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题目：“9 月的门店营业额是多少？保留两位小数。”</a:t>
            </a:r>
            <a:pPr indent="0" marL="0"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仅给出指标名称，不给出业务口径。参考答案 1307.0 万。</a:t>
            </a:r>
            <a:endParaRPr lang="en-US" sz="1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931920"/>
                <a:gridCol w="1737360"/>
                <a:gridCol w="914400"/>
                <a:gridCol w="1767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所选度量列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输入 token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无共享定义 · 第 1 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ss_ext_sales_price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扩展销售额（折扣前）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1413.8 万 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10,957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无共享定义 · 第 2 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ss_ext_sales_price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扩展销售额（折扣前）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1413.8 万 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11,212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无共享定义 · 第 3 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净支付额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10,440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 MAVRA · 3 次结果一致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检索到共享的指标定义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8,467 – 8,824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526280"/>
            <a:ext cx="11094415" cy="1645920"/>
          </a:xfrm>
          <a:prstGeom prst="roundRect">
            <a:avLst>
              <a:gd name="adj" fmla="val 444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617720"/>
            <a:ext cx="10545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错误来自业务口径，而非 SQL 语法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事实表中存在多个候选度量列（ss_ext_sales_price、ss_net_paid、ss_net_paid_inc_tax 等）；选择哪一列由业务口径决定，模式中并不记录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无共享知识时，每次独立推断口径，同一问题的答案不稳定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共享已验证的指标定义后：15 道题 × 3 次运行，数据未变时准确率从 49% 升至 100%，每题平均 5.6 轮降至 3.6 轮，输入 token 减少 34%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results/scen-20261002，留出任务 M1-P1；无共享定义（仍共享表统计信息与连接路径）：dsv41flash-r1-a、r2-b、r3-a；MAVRA：r1–r3-g3fix--snap。合成零售数据，年份略去。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共享之后：数据更新可能使定义静默失效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“门店营业额”的定义发布后，数据库持续接受更新。之后再次询问“9 月门店营业额”，沿用已发布的定义：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937760"/>
                <a:gridCol w="1463040"/>
                <a:gridCol w="32305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更新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数据库中的变化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参考答案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沿用已发布的定义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增量加载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追加一批新的销售记录（新小票号），+27,095 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部分销售被更正：旧行保留并标记为非当前（ss_is_current = 0），插入九折后的当前行，共 65,915 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新旧版本重复计入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重复加载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个月的销售批次被再次加载，+110,165 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月重复计入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343400"/>
            <a:ext cx="11094415" cy="1691640"/>
          </a:xfrm>
          <a:prstGeom prst="roundRect">
            <a:avLst>
              <a:gd name="adj" fmla="val 432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434840"/>
            <a:ext cx="1054577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问题所在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三种更新均为普通 DML（INSERT / UPDATE），模式未变：基于模式变更的失效策略无法检测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查询仍成功执行，不报错：使用方无法从执行结果察觉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定义被共享：一处失效，所有使用方同时出错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“沿用已发布的定义”为对照组：仅在模式变更时使定义失效；3 次独立运行答案相同。数据为仿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的接口：智能体调用工具，中间件管理记忆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943600"/>
                <a:gridCol w="2041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智能体调用的工具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的处理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涉及的记忆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列出表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57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list_tables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返回表名、估计行数与注释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描述表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57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describe_table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表版本未变：返回缓存的表统计信息；已变：重新采样并更新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表统计信息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查询连接路径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57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join_path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返回已验证的连接键、基数（N:1 / 1:1）、所需过滤谓词、未匹配行比例，以及已证伪的连接写法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连接路径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检索指标定义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57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find_metric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依赖表的版本已变：先重新验证；返回有效修订、注意事项与示例查询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指标定义、验证结果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 SQL，声明所依赖的指标修订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57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run_sql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修订已失效或已被替代：拒绝；否则在查询快照上验证条件后执行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指标定义、验证结果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每次响应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附带通知：所用定义已失效或已修复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使用者记录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16636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25780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记忆的来源：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内置智能体（大模型）求解给定业务口径的学习任务；判定正确的求解轨迹被抽取为结构化指标定义，通过 7 项准入检查后发布。用户智能体获得的表统计信息与已验证的连接路径同样写入记忆，供所有智能体共享。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系统架构：请求路径</a:t>
            </a:r>
            <a:endParaRPr lang="en-US" sz="3000" dirty="0"/>
          </a:p>
        </p:txBody>
      </p:sp>
      <p:pic>
        <p:nvPicPr>
          <p:cNvPr id="3" name="overview" descr="/home/zhanhao/mingtai/ppt/agentdb-mid/tools/deck/figures/overview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46666"/>
            <a:ext cx="11094415" cy="515902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记忆的内容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4415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3291840"/>
                <a:gridCol w="3566160"/>
                <a:gridCol w="2910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示例（门店营业额）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数据更新后的处理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表统计信息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列、类型、空值比例、不同值数、高频取值、样例行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store_sales 各列的统计信息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表版本变化：下次访问时重新采样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连接路径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连接键、基数、所需过滤谓词、未匹配行比例、已证伪的写法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store_sales → date_dim：ss_sold_date_sk = d_date_sk，N:1，1.03% 的销售行未匹配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任一表版本变化：重新验证“1”侧键的唯一性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指标定义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业务口径、度量、粒度、时间维度、注意事项、示例查询，以及验证条件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 v1：SUM(ss_net_paid)，粒度为小票 × 商品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依赖表版本变化：重新验证条件；不成立则修复或失效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条件、表版本、结果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“粒度键唯一”在 store_sales 版本 15 上成立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按（条件，表版本）键存储：版本变化即为新条目；跨定义共享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5720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6634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每条记忆附带：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依赖的表及其版本、状态（有效 / 待验证 / 失效）、修订号、写入者、使用者。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次运行结束时共 70 条记忆，查询 995 次，其中 696 次直接命中。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results/scen-20261002/dsv41flash-r1-g3fix--snap（端到端实验第 1 次 MAVRA 运行）。数据为仿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一条指标定义的完整记录（实验数据）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541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返回给智能体的部分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5410048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42670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字段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门店营业额（别名：门店销售净额、store revenue）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业务口径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门店销售明细行净支付额（销售额 − 折扣，不含税）之和，按销售日期归属期间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度量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store_sales 上 SUM(ss_net_paid)，无过滤谓词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销售日 × 小票号 × 商品：每行一笔销售明细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时间维度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ss_sold_date_sk → date_dim，按销售日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注意事项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与日期维度内连接会排除约 1.03% 未匹配的销售行；② 使用不含税的 ss_net_paid，勿与含税的 ss_net_paid_inc_tax 混用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示例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学习任务与当时的 SQL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33008" y="1097280"/>
            <a:ext cx="541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 MAVRA 维护的部分</a:t>
            </a:r>
            <a:endParaRPr lang="en-US" sz="16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508760"/>
          <a:ext cx="5410048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1756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字段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学习任务给定的业务口径（M1-L1）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学习时的 SQL、答案 13,570,368.70、当时的表版本；7 项准入检查全部通过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验证条件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粒度键唯一；日期键唯一；日期键完整性（学习时未匹配率 1.03%）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store_sales、date_dim 的表版本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有效，修订 v1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写入 / 使用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内置智能体 A 写入；A、B 使用，命中 9 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左侧告诉智能体如何计算，右侧让 MAVRA 判断该计算在当前数据上是否仍然有效。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 生成的查询用后即弃，也不记录其成立的前提。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results/scen-20261002/dsv41flash-r1-g3fix--snap（端到端实验第 1 次 MAVRA 运行）。数据为仿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记忆管理的五个环节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441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743200"/>
                <a:gridCol w="4206240"/>
                <a:gridCol w="30476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触发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的处理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门店营业额的记录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6A58A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写入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内置智能体正确求解一道学习任务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抽取为结构化定义，通过 7 项准入检查后发布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 v1：抽取 16.3 秒，准入检查 5.7 秒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读取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用户智能体按名称检索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依赖表版本未变：直接返回；已变：先维护再返回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询问 9 月营业额：检索到 v1，3 轮答对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B567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使用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用户智能体执行 SQL 并声明所依赖的修订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失效或被替代的修订拒绝；在查询快照上验证条件后执行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声明“门店营业额 v1”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维护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数据更新后，定义首次被访问时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仅重新验证受影响的条件；结果按（条件，表版本）缓存并共享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增量加载后：6 条定义仅执行 2 次验证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迭代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某条件不再成立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存在唯一修复：发布新修订；否则失效并通知；学到新证据后重新发布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数据更正：v1 → v2；重复加载：失效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257800"/>
            <a:ext cx="11094415" cy="822960"/>
          </a:xfrm>
          <a:prstGeom prst="roundRect">
            <a:avLst>
              <a:gd name="adj" fmla="val 8889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34924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Text-to-SQL 的区别在于：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这五个环节均发生在单条查询的生成之外，跨问题、跨智能体、跨表版本。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results/scen-20261002/dsv41flash-r1-g3fix--snap（端到端实验第 1 次 MAVRA 运行）。数据为仿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写入：从一次成功求解到一条定义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学习任务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0020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月的门店营业额是多少？口径：门店营业额 = 门店销售行的净支付额（store_sales.ss_net_paid）之和，按销售日期归属期间。保留两位小数。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889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内置智能体：5 轮、7 次工具调用、9.5 秒，最终 SQL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15468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3218688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ROUND(SUM(ss.ss_net_paid), 2)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store_sales ss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date_dim 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 ss.ss_sold_date_sk = d.d_date_sk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d.d_year = … AND d.d_moy = 3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0916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 13,570,368.70，与参考答案一致 ✓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大模型将求解轨迹抽取为结构化定义（16.3 秒）；7 项准入检查全部通过（5 条查询，5.7 秒），发布为修订 v1。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989320" y="1097280"/>
            <a:ext cx="5653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项准入检查</a:t>
            </a:r>
            <a:endParaRPr lang="en-US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1508760"/>
          <a:ext cx="5653735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6877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目的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业务依据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学习任务明确给出业务口径，而非推测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答案判定正确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错误答案不进入记忆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静态合法性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列存在；度量仅使用允许的列；连接沿已验证路径；包含必需的粒度过滤且不含任务字面量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粒度成立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当前快照上粒度键唯一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SQL 审查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示例查询符合记录的粒度与连接要求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重放示例 SQL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重新执行，结果与答案一致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重放规范 SQL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由定义字段编译的查询得到相同结果：其他智能体读取的正是这些字段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5989320" y="4846320"/>
            <a:ext cx="5653735" cy="1188720"/>
          </a:xfrm>
          <a:prstGeom prst="roundRect">
            <a:avLst>
              <a:gd name="adj" fmla="val 6154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263640" y="4937760"/>
            <a:ext cx="5105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项在部署中的来源：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实验使用任务的参考答案；部署中由指标负责人确认一次，或与已发布的报表对账。此后的维护与修复不再依赖参考答案。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results/scen-20261002/dsv41flash-r1-g3fix--snap（端到端实验第 1 次 MAVRA 运行）。数据为仿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读取与使用：一次请求的处理路径</a:t>
            </a:r>
            <a:endParaRPr lang="en-US" sz="3000" dirty="0"/>
          </a:p>
        </p:txBody>
      </p:sp>
      <p:pic>
        <p:nvPicPr>
          <p:cNvPr id="3" name="lookup" descr="/home/zhanhao/mingtai/ppt/agentdb-mid/tools/deck/figures/lookup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199" y="1097280"/>
            <a:ext cx="10587297" cy="5257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维护与迭代：一条定义的生命周期</a:t>
            </a:r>
            <a:endParaRPr lang="en-US" sz="3000" dirty="0"/>
          </a:p>
        </p:txBody>
      </p:sp>
      <p:pic>
        <p:nvPicPr>
          <p:cNvPr id="3" name="lifecycle" descr="/home/zhanhao/mingtai/ppt/agentdb-mid/tools/deck/figures/lifecycle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369"/>
            <a:ext cx="11094415" cy="406962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迭代：定义修订的演化规则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4415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389120"/>
                <a:gridCol w="38706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情形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的处理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实验记录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同一指标再次学到相同结构的定义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不新增，为原定义记录一次佐证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同名但结构不同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两条并存；检索时同时返回，由智能体依据口径说明选择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“门店营业额”有两条：粒度一条含销售日，一条不含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条件不成立，存在唯一修复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v1 失效，发布修复后的 v2；声明 v1 的查询被拒绝；修复期间到达的请求等待其结果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数据更正后：v1 → v2（增加谓词 ss_is_current = '1'）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其他定义遇到相同的条件失败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直接复用已有的验证结果与修复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门店营业额复用电子品类的修复，45.8 毫秒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条件不成立，无唯一修复（无候选或多个候选）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失效，通知使用方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重复加载后失效；智能体自行去重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失效之后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内置智能体再次学到相同结构的定义，通过准入检查后作为新修订发布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12064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21208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重复加载后发送给使用方的通知（据系统记录整理）：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你使用过的“门店营业额”已失效：“粒度键唯一”不成立，1,099,860 行只有 989,695 个不同键（平均每键 1.11 行），未找到能恢复唯一性的谓词；此前基于它得到的结果建议复核。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results/scen-20261002/dsv41flash-r1-g3fix--snap（端到端实验第 1 次 MAVRA 运行）。数据为仿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回到例子：引入 MAVRA 之后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3429000"/>
                <a:gridCol w="1234440"/>
                <a:gridCol w="1828800"/>
                <a:gridCol w="32762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数据库中的变化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参考答案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不维护（对照组）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增量加载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追加一批新的销售记录（新小票号），+27,095 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条件仍成立，保持 v1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条定义仅执行 2 次验证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部分销售被更正：旧行保留并标记为非当前（ss_is_current = 0），插入九折后的当前行，共 65,915 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新旧版本重复计入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v1 失效 → 修复为 v2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（谓词 ss_is_current = '1'）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重复加载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个月的销售批次被再次加载，+110,165 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月重复计入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无唯一修复 → 失效并通知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智能体自行去重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次运行中 2 次答对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892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三种更新 MAVRA 均检测到：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条件成立则继续使用；存在唯一修复则发布新修订；否则失效并通知，不向使用方返回错误答案。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对照组：仅在模式变更时使定义失效，3 次独立运行答案相同。MAVRA 栏为第 1 次运行；增量加载与数据更正 3 次运行结果相同，重复加载见表。数据为仿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数据更正之后：MAVRA 的处理过程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4937760"/>
                <a:gridCol w="57451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系统记录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更新后首个访问 store_sales 的请求到达。先处理名称匹配到的“电子品类门店营业额”：表版本已变，重新验证“粒度键唯一”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不成立：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“1065915 行只有 1000000 个不同键（平均每键 1.07 行）”，耗时 5.5 秒 → v1 失效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在低基数列上枚举等值谓词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仅 ss_is_current = '1' 能恢复键唯一且不丢失键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对该修复执行 4 项检查：静态合法性、当前快照上的粒度、SQL 审查、回归测试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全部通过 → 发布 v2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（1–3 步共 28.7 秒）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接着处理“门店营业额”：相同条件、相同表版本已有结果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复用验证结果与修复，</a:t>
                      </a:r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45.8 毫秒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 v2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“门店退货率”需要连接 store_sales 与 store_returns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连接路径现在要求谓词 ss_is_current = '1' → 同样修复为 v2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用户智能体 B 询问“9 月门店营业额”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收到 3 条通知；SQL 带上 ss_is_current = '1'；答 </a:t>
                      </a:r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 ✓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（4 轮，61.7 秒）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results/scen-20261002/dsv41flash-r1-g3fix--snap（端到端实验第 1 次 MAVRA 运行）。数据为仿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回归测试为何以学习时刻为基准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学习任务询问的是 3 月，恰在被更正的范围内。回归测试以内置智能体学习时的 SQL 为基准，与修复后的定义各计算一次 3 月：</a:t>
            </a:r>
            <a:endParaRPr lang="en-US" sz="17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2377440"/>
                <a:gridCol w="3962095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比较所用的数据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学习时的 SQL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修复后的定义（v2）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学习时刻（as-of 查询）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1357.0 万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1357.0 万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一致 → 接受修复 ✓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当前数据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1489.1 万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1342.4 万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不一致 → 误拒正确的修复 ✗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20624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29768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原因：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在当前数据上，学习时的 SQL 本身已经过期——它同样把更正前的旧行计入（1489.1 万）。它仅在学习时的快照上被判定正确，因此只能在该快照上作为基准；这也是修复不需要参考答案的原因。数据仓库通过时间旅行查询（FOR SYSTEM_TIME AS OF）提供学习时刻的数据。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“当前数据”一行来自对照实验（回归测试改用当前数据，dsv41flash-r1-g3fix--exref），系统记录原文：“结果 13423672.28 与期望 14890636.48 不一致”。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与现有方法的比较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441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194560"/>
                <a:gridCol w="2240280"/>
                <a:gridCol w="2057400"/>
                <a:gridCol w="25447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Text-to-SQL / 无共享定义的智能体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检索历史查询示例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语义层（人工维护的指标定义）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记忆内容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已正确回答的问题及其 SQL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人工编写的指标定义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表统计信息、连接路径、指标定义及其成立的条件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写入方式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答对后自动保存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数据团队手工编写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内置智能体学习，通过准入检查后自动发布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数据更新后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不感知，继续返回旧 SQL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依赖人工发现与修改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仅重新验证受影响的条件；修复为新修订或失效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执行前验证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不验证数据是否仍满足定义的前提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在查询快照上验证条件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数据未变时准确率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种数据更新后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其中 5 种破坏性更新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57%（提示其自行验证：63%）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实验：DeepSeek V4.1 Flash，每种方法独立运行 3 次；“无共享定义”的智能体仍共享表统计信息与连接路径。5 种破坏性更新：退货状态行、保留旧行的销售更正、重复加载、商品维度 SCD Type 2、日期键格式变更。语义层未做实验；MAVRA 的维护同样适用于语义层中声明的定义。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小结</a:t>
            </a:r>
            <a:endParaRPr lang="en-US" sz="3200" dirty="0"/>
          </a:p>
        </p:txBody>
      </p:sp>
      <p:sp>
        <p:nvSpPr>
          <p:cNvPr id="3" name="label 定位"/>
          <p:cNvSpPr/>
          <p:nvPr/>
        </p:nvSpPr>
        <p:spPr>
          <a:xfrm>
            <a:off x="548640" y="1554480"/>
            <a:ext cx="1645920" cy="640080"/>
          </a:xfrm>
          <a:prstGeom prst="roundRect">
            <a:avLst>
              <a:gd name="adj" fmla="val 50000"/>
            </a:avLst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463040"/>
            <a:ext cx="90827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智能体与数据库之间的记忆中间件；不生成 SQL，与 Text-to-SQL 处于不同层次</a:t>
            </a:r>
            <a:endParaRPr lang="en-US" sz="1900" dirty="0"/>
          </a:p>
        </p:txBody>
      </p:sp>
      <p:sp>
        <p:nvSpPr>
          <p:cNvPr id="6" name="label 记忆内容"/>
          <p:cNvSpPr/>
          <p:nvPr/>
        </p:nvSpPr>
        <p:spPr>
          <a:xfrm>
            <a:off x="548640" y="2514600"/>
            <a:ext cx="1645920" cy="640080"/>
          </a:xfrm>
          <a:prstGeom prst="roundRect">
            <a:avLst>
              <a:gd name="adj" fmla="val 50000"/>
            </a:avLst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5146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记忆内容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423160"/>
            <a:ext cx="90827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表统计信息、连接路径、指标定义，及其成立的验证条件与验证结果</a:t>
            </a:r>
            <a:endParaRPr lang="en-US" sz="1900" dirty="0"/>
          </a:p>
        </p:txBody>
      </p:sp>
      <p:sp>
        <p:nvSpPr>
          <p:cNvPr id="9" name="label 管理方式"/>
          <p:cNvSpPr/>
          <p:nvPr/>
        </p:nvSpPr>
        <p:spPr>
          <a:xfrm>
            <a:off x="548640" y="3474720"/>
            <a:ext cx="1645920" cy="640080"/>
          </a:xfrm>
          <a:prstGeom prst="roundRect">
            <a:avLst>
              <a:gd name="adj" fmla="val 50000"/>
            </a:avLst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4747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管理方式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3383280"/>
            <a:ext cx="90827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写入前 7 项准入检查；执行前在同一快照上验证；更新后仅重新验证受影响的条件</a:t>
            </a:r>
            <a:endParaRPr lang="en-US" sz="1900" dirty="0"/>
          </a:p>
        </p:txBody>
      </p:sp>
      <p:sp>
        <p:nvSpPr>
          <p:cNvPr id="12" name="label 迭代方式"/>
          <p:cNvSpPr/>
          <p:nvPr/>
        </p:nvSpPr>
        <p:spPr>
          <a:xfrm>
            <a:off x="548640" y="4434840"/>
            <a:ext cx="1645920" cy="640080"/>
          </a:xfrm>
          <a:prstGeom prst="roundRect">
            <a:avLst>
              <a:gd name="adj" fmla="val 50000"/>
            </a:avLst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4348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迭代方式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4343400"/>
            <a:ext cx="90827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存在唯一修复则发布新修订；否则失效并通知；学到新证据后重新发布</a:t>
            </a:r>
            <a:endParaRPr lang="en-US" sz="1900" dirty="0"/>
          </a:p>
        </p:txBody>
      </p:sp>
      <p:sp>
        <p:nvSpPr>
          <p:cNvPr id="15" name="label 效果"/>
          <p:cNvSpPr/>
          <p:nvPr/>
        </p:nvSpPr>
        <p:spPr>
          <a:xfrm>
            <a:off x="548640" y="5394960"/>
            <a:ext cx="1645920" cy="640080"/>
          </a:xfrm>
          <a:prstGeom prst="roundRect">
            <a:avLst>
              <a:gd name="adj" fmla="val 50000"/>
            </a:avLst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3949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2560320" y="5303520"/>
            <a:ext cx="90827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数据未变：49% → 100%，每题 5.6 轮 → 3.6 轮；数据更新后：32% → 81%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MAVRA：数据智能体与数据库之间的记忆中间件</dc:title>
  <dc:subject>PptxGenJS Presentation</dc:subject>
  <dc:creator>PptxGenJS</dc:creator>
  <cp:lastModifiedBy>PptxGenJS</cp:lastModifiedBy>
  <cp:revision>1</cp:revision>
  <dcterms:created xsi:type="dcterms:W3CDTF">2026-10-08T04:39:00Z</dcterms:created>
  <dcterms:modified xsi:type="dcterms:W3CDTF">2026-10-08T04:39:00Z</dcterms:modified>
</cp:coreProperties>
</file>