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63157dfb-1f3c-6a09-2c31-89ba51223bf0}">
          <p14:sldIdLst>
            <p14:sldId id="256"/>
          </p14:sldIdLst>
        </p14:section>
        <p14:section name="问题" id="{2ddbdae5-331a-db58-4768-f45d6b1cfca1}">
          <p14:sldIdLst>
            <p14:sldId id="257"/>
            <p14:sldId id="258"/>
          </p14:sldIdLst>
        </p14:section>
        <p14:section name="MAVRA" id="{69cd4ed1-1a87-735b-3434-741c7bc16c58}">
          <p14:sldIdLst>
            <p14:sldId id="259"/>
            <p14:sldId id="260"/>
            <p14:sldId id="261"/>
            <p14:sldId id="262"/>
            <p14:sldId id="263"/>
          </p14:sldIdLst>
        </p14:section>
        <p14:section name="检查什么" id="{fcda4b9b-d11f-30e2-f1ce-a16a1b983c1c}">
          <p14:sldIdLst>
            <p14:sldId id="264"/>
            <p14:sldId id="265"/>
          </p14:sldIdLst>
        </p14:section>
        <p14:section name="何时检查" id="{9276c591-d69c-0f17-2c96-a6d6829e746c}">
          <p14:sldIdLst>
            <p14:sldId id="266"/>
            <p14:sldId id="267"/>
          </p14:sldIdLst>
        </p14:section>
        <p14:section name="失败后怎么办" id="{da802fdd-3e8d-8363-1c4f-6e9edefbfbf3}">
          <p14:sldIdLst>
            <p14:sldId id="268"/>
            <p14:sldId id="269"/>
          </p14:sldIdLst>
        </p14:section>
        <p14:section name="真实记录" id="{74419dd0-7bc1-4708-2027-7204530175cb}">
          <p14:sldIdLst>
            <p14:sldId id="270"/>
            <p14:sldId id="271"/>
          </p14:sldIdLst>
        </p14:section>
        <p14:section name="实验结果" id="{ab66735a-ba4d-4525-ab89-ab90b7d9f88c}">
          <p14:sldIdLst>
            <p14:sldId id="272"/>
            <p14:sldId id="273"/>
          </p14:sldIdLst>
        </p14:section>
        <p14:section name="边界与总结" id="{a8a48273-6501-0c92-e28a-969b041d0b37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这是智能体能调用的全部工具，一行一个：参数是什么，MAVRA 在背后读写哪类记忆，返回什么字段。前四个是探索工具，结果都会记下来给后来的智能体复用；find_metric 是读取定义，依赖表版本变了会先维护；run_sql 带 metrics 参数就是声明，MAVRA 据此核对修订、在快照上验证条件、记录溯源；final_answer 提交答案并说明用了哪几条查询；每次返回都可能附带通知。内置智能体用同一套工具做学习任务，学到的轨迹再由抽取模型整理成知识卡。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这是内置智能体学习时真实的 7 次工具调用，来自带 --trace 的运行记录。第 1 轮它并行调了两个工具：列出表，以及检索“门店营业额”——此时还没人学过，返回空。第 2 轮描述两张表，第 3 轮问两张表怎么连接，MAVRA 现场验证并记下这条连接路径（一侧键唯一，1.03% 关联不上）。第 4 轮执行 SQL 得到 r1，第 5 轮提交答案并说明答案就是 r1。智能体退出后 MAVRA 接着做四件事：判定、抽取、7 项准入检查、发布 r0。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这是用户智能体做留出题时真实的 6 次调用。第 1 轮并行：列出表，检索“门店营业额”——匹配到两条、都是 r1，MAVRA 看依赖表版本没变，直接返回定义、度量、粒度、注意事项和示例。第 2 轮描述两张表，直接拿到记住的统计信息。第 3 轮执行 SQL，并在 metrics 参数里声明依据 metric:门店营业额 r1——注意它照着示例写出了日期键范围的写法。MAVRA 核对 r1 有效且是当前修订，在这条查询的快照上验证 r1 的四个条件，执行，返回 r1。第 4 轮提交答案，溯源记下答案来自 r1、r1 依据门店营业额 r1。下面是声明的修订处在另外四种状态时 MAVRA 的真实回应。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v1。第 3 步是优化：规则改写把期间谓词改为日期键范围，14 个样本期间结果一致、执行时间省 19.8%，发布 v2；新前提“日期键按月连续”成为 v2 的条件，v1 宽限可用。之后一批销售被更正：旧行标记为非当前，插入当前行——“粒度键唯一”不成立，v2 失效，不处理会把新旧版本都算进去。修复搜索在低基数列上枚举等值谓词，只有“ss_is_current = 1”可行；按学习时刻重算 3 月，结果一致，发布 v3。红框是另一种结果：批次重复加载，没有谓词能恢复唯一性，定义失效并通知使用方，等待重新学习。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这是数据更正之后用户智能体 B 真实的调用序列。第 1 轮它检索“门店营业额”，这一次 MAVRA 发现 store_sales 的版本变了，就在这次调用里完成了维护：粒度查询发现 105 万行只有 99 万个键，r1 失效；修复搜索在低基数列上按值分组，只有 ss_is_current = 1 能恢复每键一行且不丢键；四项检查包括学习时快照上的回归，发布 r2；另一条同名定义复用结论。所以这次 find_metric 花了 54 秒，返回的是带过滤的新定义和两条通知。第 3 轮 B 自己先探查了没加过滤的 SQL，被执行前审查拦下两次，原因写得很具体：这张表现在每个键多行，统计前要加过滤。第 4 轮加了过滤再查，通过；第 5 轮算出 9 月的值，正确。诚实地说，这一条 run_sql 没有声明 metrics，所以它不在条件保证范围内——但审查仍然拦住了错误写法；同阶段的另一题声明了 revision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r1；之后的留出题和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399" y="1005840"/>
            <a:ext cx="8258896" cy="3840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8920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find_metric(名称) · run_sql(sql, metrics=[{key, revision}])——metrics 参数就是“声明”：这条 SQL 依据哪条定义的哪个修订。MAVRA 记四类记忆：表统计信息、连接路径、指标定义、验证结果。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谁参与：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学习——内置智能体（大模型）求解给定口径的任务，抽取模型整理成定义，7 项准入检查自动执行，人只在“答案判定正确”确认一次；使用——用户智能体检索、声明、执行；维护——由数据更新后第一个用到该定义的请求触发，MAVRA 执行，期间到达的请求等待结果；优化——学习之后 MAVRA 自动做一轮；修复有歧义时才交给人。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智能体能调用的全部工具：参数、MAVRA 做什么、返回什么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4297680"/>
                <a:gridCol w="3413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工具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做什么（读 / 写哪类记忆）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读目录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表名、估计行数、列数、注释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表版本未变：返回记住的表统计信息；已变：重新采样并写入（表统计信息）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{table, row_count, columns:[{name, type, null_ratio, distinct_est, common_values}], sample_rows, source: reused|explored}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table_a, table_b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已有验证过的连接路径：直接返回；没有：按列名找候选，抽样扇出 + 行数守恒 + 键唯一验证，写入路径与证伪的写法（连接路径）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{paths:[{left, right, on, cardinality, filters, loss_ratio}], known_bad:[{on, reason, fanout}],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check_join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left, right, 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验证一个具体的连接写法，结果同样写入（连接路径）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{valid, path | bad, source}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query, tables?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 / 别名匹配；依赖表版本已变：先维护（重新验证 → 修复或失效）；记下使用者（指标定义、验证结果）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{metrics:[{key, revision, definition, fact, measure, grain, time, joins, filters, caveats, examples}], ambiguous, unavailable:[{key, revision, status}]}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sql, metrics?: [{key, revision}]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只读检查；声明的修订：核对有效且为当前，在这条查询的快照上验证其条件；执行前审查（证伪的连接写法、必需的粒度过滤）；记录溯源（验证结果、使用记录）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{result:{columns, rows, row_count}, ref: "rN", source: executed|reused|snapshot} 或 {rejected, reason, suggestion | required_filter}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answer, used:["rN"], derivation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结束任务；按算式核算答案；溯源：答案 ← rN ← 声明的定义修订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ask_clarification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question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口径不明且工具无法给出时结束任务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附带 notices（使用记录）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notices: ["你用过的经验「…」已撤销（…）", "已发布等价且更省的修订 rN…"]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3212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2356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内置智能体用同一套工具学习；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判定正确后，抽取模型把题面、参与答案的 SQL 链与算式、被拦下的写法、表元数据整理成知识卡（不含业务行）。轨迹检索基线另有 find_trajectory(query)，不做维护。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学习：内置智能体 A 的真实调用序列（M1-L1，5 轮 7 次）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{metrics: [], note: "没有匹配的已验证指标口径"} —— 还没人学过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列、类型、空值比例、不同值数、样例：ss_sold_date_sk 空值 1.03%，ss_net_paid 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d_date_sk、d_year {2000,2001,2002}、d_moy …；注释“2000-01-01 至 2002-12-31”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join_path("store_sales", 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{paths: [{on: [ss_sold_date_sk = d_date_sk], right_unique: true, loss_ratio: 1.03%, evidence: "1000000 行中 989695 行关联得上"}], known_bad: [], source: explored}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ROUND(SUM(ss.ss_net_paid), 2) FROM store_sales ss JOIN date_dim d ON … WHERE d.d_year = 2001 AND d.d_moy = 3")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{result: [["13570368.70"]], ref: "r1", source: executed}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"13570368.70",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任务结束；答案 ← r1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智能体退出之后，MAVRA 接着做：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判定：答案与参考答案一致（部署中由指标负责人确认一次）；② 抽取：把题面、r1 的 SQL、算式 r1、被拦下的写法、两张表的元数据与已验证连接交给抽取模型，得到知识卡 JSON；③ 7 项准入检查：业务依据、判定正确、静态合法、粒度（select count(*), count(distinct 粒度键) from store_sales …）、SQL 审查、重放 r1 的 SQL、重放由字段编译的规范 SQL；④ 发布 metric:门店营业额 r0，写入依赖的表版本与证据。本次运行：抽取 12.7 秒，准入检查 5.6 秒。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使用：用户智能体 B 的真实调用序列（留出题 M1-P1，4 轮 6 次）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4206240"/>
                <a:gridCol w="5760720"/>
                <a:gridCol w="761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表名、估计行数、注释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名称匹配到 2 条（门店营业额、门店营业额#2，都是 r1）；依赖表版本未变 → {ambiguous: true, metrics: [{key: "metric:门店营业额", revision: 1, definition, measure: sum(ss_net_paid), grain, time, caveats: ["不含税…", "期间谓词按日期键范围过滤，前提是日期键按月连续…"], examples}]}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ss_sold_date_sk between (select min(d_date_sk) from date_dim where d_year = 2002 and d_moy = 9) and (select max(d_date_sk) …)",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r1：核对有效且为当前修订；在这条查询的快照上验证 r1 的条件（粒度键唯一、日期键唯一、日期键完整性、日期键按月连续，命中缓存则复用）；执行 → {result: [["13069651.80"]], ref: "r1"}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 ms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"13069651.80", used: ["r1"], derivation: "r1")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r1 ← metric:门店营业额 r1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976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声明的修订…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的回应（运行记录原文）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已被修复替代（数据更正后仍声明 r0）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拒绝：“指标经验 metric:门店营业额 已修订为 r1（你引用的是 r0），请重新调用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已失效（重复加载后）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拒绝：“当前不可用：已撤销：粒度守卫失败：store_sales(ss_item_sk, ss_ticket_number) 是否唯一，1110165 行只有 1000000 个不同键”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已被等价且更省的修订替代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接受，附通知：“已发布等价且更省的修订 r1（你引用的 r0 仍可用），建议重新调用 find_metric”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没有声明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照常执行与审查（连接写法、粒度过滤），但不在“条件成立”的保证范围内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检索到的 r1 是优化轮发布的日期键范围修订，智能体照着示例写出了范围写法并声明 revision 1。拒绝与通知文字取自 results/scen-20261002 的记录。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一条定义的生命周期：学习、优化、维护、修复、失效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数据更正之后：B 的真实调用序列与 MAVRA 背后的查询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3931920"/>
                <a:gridCol w="6126480"/>
                <a:gridCol w="715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ETL：insert into store_sales (…, ss_is_current) select …, 0 …;  update store_sales set ss_net_paid = round(ss_net_paid * 0.9, 2) …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65,915 行被更正（旧行保留为非当前，当前行改九折）；语句级触发器把 store_sales 的表版本 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list_tables()  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版本已变 → 在这次调用里维护匹配到的 2 条定义：粒度查询 select count(*), count(distinct (粒度键)) … → 1,055,610 行 / 989,695 键，不成立 → r1 失效；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修复搜索（pg_stats 低基数列，… group by ss_is_current）→ 唯一可行 ss_is_current = '1'；4 项检查含学习时快照上的回归 → 发布 r2（31.6 秒；#2 22.9 秒）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返回 2 条 r2 定义（示例 SQL 已带过滤）+ notices ×2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 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版本已变 → 重新采样并更新表统计信息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ss_is_current, count(*) … group by ss_is_current")  — 无过滤的探查 ×2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执行前审查拦下：“表 store_sales 现在每个键有多行（状态流水）；统计前需要加过滤 ss_is_current = '1'，否则会重复计算” → {rejected, required_filter}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count(*), count(distinct (…)) … where ss_is_current = '1'")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通过 → r1：1,000,000 行 = 1,000,000 键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9.5 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run_sql("select round(sum(ss_net_paid), 2) as value from store_sales where ss_is_current = '1' and ss_sold_date_sk between (select min(d_date_sk) …) and (select max(d_date_sk) …)")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 → r2 = 12,932,888.04（这条没有声明 metrics：照常审查执行，不在条件保证范围内）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 ms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final_answer(answer: "12932888.04", used: ["r2"], derivation: "r2")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正确 ✓；同一阶段的 M1-T1 声明了 revision 2，答 −9,803.47 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577840"/>
            <a:ext cx="11094415" cy="548640"/>
          </a:xfrm>
          <a:prstGeom prst="roundRect">
            <a:avLst>
              <a:gd name="adj" fmla="val 13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6692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三种更新的结果（百万行端到端）：</a:t>
            </a:r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次验证）；数据更正——失效 → 修复为新修订，1293.3 万 ✓；重复加载——无唯一修复，失效并通知，智能体自行去重，3 次运行中 2 次答对。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维护耗时取自 maintenance 事件；三种更新的结果取自 results/scen-20261002。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r0 → r1，474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2026-10-08T08:53:58Z</dcterms:created>
  <dcterms:modified xsi:type="dcterms:W3CDTF">2026-10-08T08:53:58Z</dcterms:modified>
</cp:coreProperties>
</file>